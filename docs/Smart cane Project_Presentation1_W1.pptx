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2"/>
  </p:notesMasterIdLst>
  <p:sldIdLst>
    <p:sldId id="256" r:id="rId2"/>
    <p:sldId id="262" r:id="rId3"/>
    <p:sldId id="264" r:id="rId4"/>
    <p:sldId id="265" r:id="rId5"/>
    <p:sldId id="267" r:id="rId6"/>
    <p:sldId id="268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836597-8ED8-4941-B969-2CC000AB580C}" type="doc">
      <dgm:prSet loTypeId="urn:microsoft.com/office/officeart/2005/8/layout/rings+Icon" loCatId="relationship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27DB536-CEEC-4EC2-9E12-8E7BCE3B547C}">
      <dgm:prSet phldrT="[Text]"/>
      <dgm:spPr/>
      <dgm:t>
        <a:bodyPr/>
        <a:lstStyle/>
        <a:p>
          <a:r>
            <a:rPr lang="en-US" dirty="0" smtClean="0"/>
            <a:t>Lack of independence</a:t>
          </a:r>
          <a:endParaRPr lang="en-US" dirty="0"/>
        </a:p>
      </dgm:t>
    </dgm:pt>
    <dgm:pt modelId="{89B5129D-A48C-45C4-B2A8-A84485EC4B0F}" type="parTrans" cxnId="{20589860-8C10-44BD-8482-5E1F5F49C7DE}">
      <dgm:prSet/>
      <dgm:spPr/>
      <dgm:t>
        <a:bodyPr/>
        <a:lstStyle/>
        <a:p>
          <a:endParaRPr lang="en-US"/>
        </a:p>
      </dgm:t>
    </dgm:pt>
    <dgm:pt modelId="{6065F7EF-2D5B-499F-9EAC-CBB0181998F2}" type="sibTrans" cxnId="{20589860-8C10-44BD-8482-5E1F5F49C7DE}">
      <dgm:prSet/>
      <dgm:spPr/>
      <dgm:t>
        <a:bodyPr/>
        <a:lstStyle/>
        <a:p>
          <a:endParaRPr lang="en-US"/>
        </a:p>
      </dgm:t>
    </dgm:pt>
    <dgm:pt modelId="{D3212C44-37B1-40CB-B274-C416B8FA4DC7}">
      <dgm:prSet phldrT="[Text]"/>
      <dgm:spPr/>
      <dgm:t>
        <a:bodyPr/>
        <a:lstStyle/>
        <a:p>
          <a:r>
            <a:rPr lang="en-US" dirty="0" smtClean="0"/>
            <a:t>Obstacle hazards</a:t>
          </a:r>
          <a:endParaRPr lang="en-US" dirty="0"/>
        </a:p>
      </dgm:t>
    </dgm:pt>
    <dgm:pt modelId="{2DD80E8E-803F-41BE-8FD4-C5170D6240FE}" type="parTrans" cxnId="{D62D92C9-7885-4474-8360-74F216615881}">
      <dgm:prSet/>
      <dgm:spPr/>
      <dgm:t>
        <a:bodyPr/>
        <a:lstStyle/>
        <a:p>
          <a:endParaRPr lang="en-US"/>
        </a:p>
      </dgm:t>
    </dgm:pt>
    <dgm:pt modelId="{FBE538D6-1597-486C-AA75-6A7B1DD7FBD0}" type="sibTrans" cxnId="{D62D92C9-7885-4474-8360-74F216615881}">
      <dgm:prSet/>
      <dgm:spPr/>
      <dgm:t>
        <a:bodyPr/>
        <a:lstStyle/>
        <a:p>
          <a:endParaRPr lang="en-US"/>
        </a:p>
      </dgm:t>
    </dgm:pt>
    <dgm:pt modelId="{51917793-0227-418E-85EB-E8431233F9FD}">
      <dgm:prSet phldrT="[Text]"/>
      <dgm:spPr/>
      <dgm:t>
        <a:bodyPr/>
        <a:lstStyle/>
        <a:p>
          <a:r>
            <a:rPr lang="en-US" dirty="0" smtClean="0"/>
            <a:t>Emergency situations</a:t>
          </a:r>
          <a:endParaRPr lang="en-US" dirty="0"/>
        </a:p>
      </dgm:t>
    </dgm:pt>
    <dgm:pt modelId="{14AF5375-1573-45FE-A56D-AC8F4134D64A}" type="parTrans" cxnId="{9E874FBF-40AA-4AC7-9AFB-C0C7962EA54B}">
      <dgm:prSet/>
      <dgm:spPr/>
      <dgm:t>
        <a:bodyPr/>
        <a:lstStyle/>
        <a:p>
          <a:endParaRPr lang="en-US"/>
        </a:p>
      </dgm:t>
    </dgm:pt>
    <dgm:pt modelId="{BFC0DCB5-AB86-4F82-8156-710AC6C60094}" type="sibTrans" cxnId="{9E874FBF-40AA-4AC7-9AFB-C0C7962EA54B}">
      <dgm:prSet/>
      <dgm:spPr/>
      <dgm:t>
        <a:bodyPr/>
        <a:lstStyle/>
        <a:p>
          <a:endParaRPr lang="en-US"/>
        </a:p>
      </dgm:t>
    </dgm:pt>
    <dgm:pt modelId="{2377ADCC-971A-47D4-8F84-69D8856005B0}" type="pres">
      <dgm:prSet presAssocID="{68836597-8ED8-4941-B969-2CC000AB580C}" presName="Name0" presStyleCnt="0">
        <dgm:presLayoutVars>
          <dgm:chMax val="7"/>
          <dgm:dir/>
          <dgm:resizeHandles val="exact"/>
        </dgm:presLayoutVars>
      </dgm:prSet>
      <dgm:spPr/>
    </dgm:pt>
    <dgm:pt modelId="{05F5311A-D266-49BD-9AF9-43F6A300C822}" type="pres">
      <dgm:prSet presAssocID="{68836597-8ED8-4941-B969-2CC000AB580C}" presName="ellipse1" presStyleLbl="vennNode1" presStyleIdx="0" presStyleCnt="3">
        <dgm:presLayoutVars>
          <dgm:bulletEnabled val="1"/>
        </dgm:presLayoutVars>
      </dgm:prSet>
      <dgm:spPr/>
    </dgm:pt>
    <dgm:pt modelId="{7041628C-02A2-49F1-ABB9-B6FD9B61713E}" type="pres">
      <dgm:prSet presAssocID="{68836597-8ED8-4941-B969-2CC000AB580C}" presName="ellipse2" presStyleLbl="vennNode1" presStyleIdx="1" presStyleCnt="3">
        <dgm:presLayoutVars>
          <dgm:bulletEnabled val="1"/>
        </dgm:presLayoutVars>
      </dgm:prSet>
      <dgm:spPr/>
    </dgm:pt>
    <dgm:pt modelId="{1D630979-3AB2-471D-9CD3-A9D353AFDED1}" type="pres">
      <dgm:prSet presAssocID="{68836597-8ED8-4941-B969-2CC000AB580C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694D2DF3-CFF7-4371-B4DA-F18387868588}" type="presOf" srcId="{51917793-0227-418E-85EB-E8431233F9FD}" destId="{1D630979-3AB2-471D-9CD3-A9D353AFDED1}" srcOrd="0" destOrd="0" presId="urn:microsoft.com/office/officeart/2005/8/layout/rings+Icon"/>
    <dgm:cxn modelId="{7CB49DF0-23C8-401E-A3D2-BAE157CB77BD}" type="presOf" srcId="{68836597-8ED8-4941-B969-2CC000AB580C}" destId="{2377ADCC-971A-47D4-8F84-69D8856005B0}" srcOrd="0" destOrd="0" presId="urn:microsoft.com/office/officeart/2005/8/layout/rings+Icon"/>
    <dgm:cxn modelId="{9E874FBF-40AA-4AC7-9AFB-C0C7962EA54B}" srcId="{68836597-8ED8-4941-B969-2CC000AB580C}" destId="{51917793-0227-418E-85EB-E8431233F9FD}" srcOrd="2" destOrd="0" parTransId="{14AF5375-1573-45FE-A56D-AC8F4134D64A}" sibTransId="{BFC0DCB5-AB86-4F82-8156-710AC6C60094}"/>
    <dgm:cxn modelId="{20589860-8C10-44BD-8482-5E1F5F49C7DE}" srcId="{68836597-8ED8-4941-B969-2CC000AB580C}" destId="{E27DB536-CEEC-4EC2-9E12-8E7BCE3B547C}" srcOrd="0" destOrd="0" parTransId="{89B5129D-A48C-45C4-B2A8-A84485EC4B0F}" sibTransId="{6065F7EF-2D5B-499F-9EAC-CBB0181998F2}"/>
    <dgm:cxn modelId="{D62D92C9-7885-4474-8360-74F216615881}" srcId="{68836597-8ED8-4941-B969-2CC000AB580C}" destId="{D3212C44-37B1-40CB-B274-C416B8FA4DC7}" srcOrd="1" destOrd="0" parTransId="{2DD80E8E-803F-41BE-8FD4-C5170D6240FE}" sibTransId="{FBE538D6-1597-486C-AA75-6A7B1DD7FBD0}"/>
    <dgm:cxn modelId="{50E1BDCE-7F51-4AAC-90BE-0DC56425AE2C}" type="presOf" srcId="{D3212C44-37B1-40CB-B274-C416B8FA4DC7}" destId="{7041628C-02A2-49F1-ABB9-B6FD9B61713E}" srcOrd="0" destOrd="0" presId="urn:microsoft.com/office/officeart/2005/8/layout/rings+Icon"/>
    <dgm:cxn modelId="{36679D49-21CA-49E2-81DB-AAFB997EC3A3}" type="presOf" srcId="{E27DB536-CEEC-4EC2-9E12-8E7BCE3B547C}" destId="{05F5311A-D266-49BD-9AF9-43F6A300C822}" srcOrd="0" destOrd="0" presId="urn:microsoft.com/office/officeart/2005/8/layout/rings+Icon"/>
    <dgm:cxn modelId="{DFE4F73D-8C10-4015-BF0A-6C668784662D}" type="presParOf" srcId="{2377ADCC-971A-47D4-8F84-69D8856005B0}" destId="{05F5311A-D266-49BD-9AF9-43F6A300C822}" srcOrd="0" destOrd="0" presId="urn:microsoft.com/office/officeart/2005/8/layout/rings+Icon"/>
    <dgm:cxn modelId="{A4FA6095-813B-4473-9296-5EBBF909B9D6}" type="presParOf" srcId="{2377ADCC-971A-47D4-8F84-69D8856005B0}" destId="{7041628C-02A2-49F1-ABB9-B6FD9B61713E}" srcOrd="1" destOrd="0" presId="urn:microsoft.com/office/officeart/2005/8/layout/rings+Icon"/>
    <dgm:cxn modelId="{9532F698-6B89-4635-A5FD-72ABC9894BDC}" type="presParOf" srcId="{2377ADCC-971A-47D4-8F84-69D8856005B0}" destId="{1D630979-3AB2-471D-9CD3-A9D353AFDED1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430901-E6A0-4E2E-94A2-3D74B97AB93B}" type="doc">
      <dgm:prSet loTypeId="urn:microsoft.com/office/officeart/2005/8/layout/target1" loCatId="relationship" qsTypeId="urn:microsoft.com/office/officeart/2005/8/quickstyle/simple2" qsCatId="simple" csTypeId="urn:microsoft.com/office/officeart/2005/8/colors/accent1_3" csCatId="accent1" phldr="1"/>
      <dgm:spPr/>
    </dgm:pt>
    <dgm:pt modelId="{9F16A57B-2C0A-41F8-92AC-76E8C6FBF132}">
      <dgm:prSet phldrT="[Text]"/>
      <dgm:spPr/>
      <dgm:t>
        <a:bodyPr/>
        <a:lstStyle/>
        <a:p>
          <a:r>
            <a:rPr lang="en-US" dirty="0" smtClean="0"/>
            <a:t>Detect nearby obstacles and read them out loud via a speaker</a:t>
          </a:r>
          <a:endParaRPr lang="en-US" dirty="0"/>
        </a:p>
      </dgm:t>
    </dgm:pt>
    <dgm:pt modelId="{A694AB11-BBDB-4DAF-8B5F-6498A22E00F8}" type="parTrans" cxnId="{542AA5C8-9ABA-44C6-8D29-060C69CA1E2E}">
      <dgm:prSet/>
      <dgm:spPr/>
      <dgm:t>
        <a:bodyPr/>
        <a:lstStyle/>
        <a:p>
          <a:endParaRPr lang="en-US"/>
        </a:p>
      </dgm:t>
    </dgm:pt>
    <dgm:pt modelId="{A08B5AE6-88AE-4577-9925-B738B1440F3D}" type="sibTrans" cxnId="{542AA5C8-9ABA-44C6-8D29-060C69CA1E2E}">
      <dgm:prSet/>
      <dgm:spPr/>
      <dgm:t>
        <a:bodyPr/>
        <a:lstStyle/>
        <a:p>
          <a:endParaRPr lang="en-US"/>
        </a:p>
      </dgm:t>
    </dgm:pt>
    <dgm:pt modelId="{C997DC36-AF64-49B7-B074-44E34FD59FDE}">
      <dgm:prSet phldrT="[Text]"/>
      <dgm:spPr/>
      <dgm:t>
        <a:bodyPr/>
        <a:lstStyle/>
        <a:p>
          <a:r>
            <a:rPr lang="en-US" dirty="0" smtClean="0"/>
            <a:t>Send GPS location in emergencies</a:t>
          </a:r>
          <a:endParaRPr lang="en-US" dirty="0"/>
        </a:p>
      </dgm:t>
    </dgm:pt>
    <dgm:pt modelId="{0EF80EC2-0935-47E0-A942-7A726E323F4D}" type="parTrans" cxnId="{6EEB564A-816C-47C5-8031-65670EEFCCAE}">
      <dgm:prSet/>
      <dgm:spPr/>
      <dgm:t>
        <a:bodyPr/>
        <a:lstStyle/>
        <a:p>
          <a:endParaRPr lang="en-US"/>
        </a:p>
      </dgm:t>
    </dgm:pt>
    <dgm:pt modelId="{98F60B3E-D0C5-40DB-A748-AFDFA7295CBF}" type="sibTrans" cxnId="{6EEB564A-816C-47C5-8031-65670EEFCCAE}">
      <dgm:prSet/>
      <dgm:spPr/>
      <dgm:t>
        <a:bodyPr/>
        <a:lstStyle/>
        <a:p>
          <a:endParaRPr lang="en-US"/>
        </a:p>
      </dgm:t>
    </dgm:pt>
    <dgm:pt modelId="{5BCBE594-83F9-4CED-B48A-AE6B71FB56CA}">
      <dgm:prSet phldrT="[Text]"/>
      <dgm:spPr/>
      <dgm:t>
        <a:bodyPr/>
        <a:lstStyle/>
        <a:p>
          <a:r>
            <a:rPr lang="en-US" dirty="0" smtClean="0"/>
            <a:t>Light up in the dark for safety</a:t>
          </a:r>
          <a:endParaRPr lang="en-US" dirty="0"/>
        </a:p>
      </dgm:t>
    </dgm:pt>
    <dgm:pt modelId="{4806ADB5-C734-474E-9B12-5F1516DB0DAE}" type="parTrans" cxnId="{61B95370-1C89-448B-A838-70C047E8903F}">
      <dgm:prSet/>
      <dgm:spPr/>
      <dgm:t>
        <a:bodyPr/>
        <a:lstStyle/>
        <a:p>
          <a:endParaRPr lang="en-US"/>
        </a:p>
      </dgm:t>
    </dgm:pt>
    <dgm:pt modelId="{D7958F77-4E00-4A31-AF8B-0266DEA1BC1C}" type="sibTrans" cxnId="{61B95370-1C89-448B-A838-70C047E8903F}">
      <dgm:prSet/>
      <dgm:spPr/>
      <dgm:t>
        <a:bodyPr/>
        <a:lstStyle/>
        <a:p>
          <a:endParaRPr lang="en-US"/>
        </a:p>
      </dgm:t>
    </dgm:pt>
    <dgm:pt modelId="{DE7804EB-6A6E-48D7-90FD-A9243BCAC867}">
      <dgm:prSet phldrT="[Text]"/>
      <dgm:spPr/>
      <dgm:t>
        <a:bodyPr/>
        <a:lstStyle/>
        <a:p>
          <a:r>
            <a:rPr lang="en-US" dirty="0" smtClean="0"/>
            <a:t>Detect water spills on the ground to avoid slipping</a:t>
          </a:r>
          <a:endParaRPr lang="en-US" dirty="0"/>
        </a:p>
      </dgm:t>
    </dgm:pt>
    <dgm:pt modelId="{AE78F7FE-A224-4202-9B81-3B2B9F50C3EE}" type="parTrans" cxnId="{9A4BEC78-46A9-4DAB-A135-3FF521BF0AE5}">
      <dgm:prSet/>
      <dgm:spPr/>
      <dgm:t>
        <a:bodyPr/>
        <a:lstStyle/>
        <a:p>
          <a:endParaRPr lang="en-US"/>
        </a:p>
      </dgm:t>
    </dgm:pt>
    <dgm:pt modelId="{CD11AC28-6760-4D36-8490-0CA412AA9B66}" type="sibTrans" cxnId="{9A4BEC78-46A9-4DAB-A135-3FF521BF0AE5}">
      <dgm:prSet/>
      <dgm:spPr/>
      <dgm:t>
        <a:bodyPr/>
        <a:lstStyle/>
        <a:p>
          <a:endParaRPr lang="en-US"/>
        </a:p>
      </dgm:t>
    </dgm:pt>
    <dgm:pt modelId="{75E9F168-8B86-40A2-AD4A-0A4E76B0BA6A}" type="pres">
      <dgm:prSet presAssocID="{08430901-E6A0-4E2E-94A2-3D74B97AB93B}" presName="composite" presStyleCnt="0">
        <dgm:presLayoutVars>
          <dgm:chMax val="5"/>
          <dgm:dir/>
          <dgm:resizeHandles val="exact"/>
        </dgm:presLayoutVars>
      </dgm:prSet>
      <dgm:spPr/>
    </dgm:pt>
    <dgm:pt modelId="{EE1F4B18-7B06-4AF9-BAB0-E08F721F2A0F}" type="pres">
      <dgm:prSet presAssocID="{9F16A57B-2C0A-41F8-92AC-76E8C6FBF132}" presName="circle1" presStyleLbl="lnNode1" presStyleIdx="0" presStyleCnt="4"/>
      <dgm:spPr/>
    </dgm:pt>
    <dgm:pt modelId="{F6D131BA-D8E0-4B3F-A482-ACA2098E076F}" type="pres">
      <dgm:prSet presAssocID="{9F16A57B-2C0A-41F8-92AC-76E8C6FBF132}" presName="text1" presStyleLbl="revTx" presStyleIdx="0" presStyleCnt="4" custScaleX="223653" custLinFactNeighborX="68349" custLinFactNeighborY="30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FAC8A0-1938-4D8D-ABE2-B6B3BB6CFF61}" type="pres">
      <dgm:prSet presAssocID="{9F16A57B-2C0A-41F8-92AC-76E8C6FBF132}" presName="line1" presStyleLbl="callout" presStyleIdx="0" presStyleCnt="8"/>
      <dgm:spPr/>
    </dgm:pt>
    <dgm:pt modelId="{D6D46B41-311C-42E6-94F3-34D91FC619DE}" type="pres">
      <dgm:prSet presAssocID="{9F16A57B-2C0A-41F8-92AC-76E8C6FBF132}" presName="d1" presStyleLbl="callout" presStyleIdx="1" presStyleCnt="8"/>
      <dgm:spPr/>
    </dgm:pt>
    <dgm:pt modelId="{ECB838A6-2017-4C40-88BD-056C7CDE0EB1}" type="pres">
      <dgm:prSet presAssocID="{DE7804EB-6A6E-48D7-90FD-A9243BCAC867}" presName="circle2" presStyleLbl="lnNode1" presStyleIdx="1" presStyleCnt="4"/>
      <dgm:spPr/>
    </dgm:pt>
    <dgm:pt modelId="{F81AE261-B5A7-4F21-B256-41402866BC4E}" type="pres">
      <dgm:prSet presAssocID="{DE7804EB-6A6E-48D7-90FD-A9243BCAC867}" presName="text2" presStyleLbl="revTx" presStyleIdx="1" presStyleCnt="4" custScaleX="218986" custLinFactNeighborX="64049" custLinFactNeighborY="15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F74C5A-D348-4D5A-AE64-A20E67FA0DA5}" type="pres">
      <dgm:prSet presAssocID="{DE7804EB-6A6E-48D7-90FD-A9243BCAC867}" presName="line2" presStyleLbl="callout" presStyleIdx="2" presStyleCnt="8"/>
      <dgm:spPr/>
    </dgm:pt>
    <dgm:pt modelId="{AA7CBF26-6F72-4EDC-A35E-64F1B52114C4}" type="pres">
      <dgm:prSet presAssocID="{DE7804EB-6A6E-48D7-90FD-A9243BCAC867}" presName="d2" presStyleLbl="callout" presStyleIdx="3" presStyleCnt="8"/>
      <dgm:spPr/>
    </dgm:pt>
    <dgm:pt modelId="{DD1AA6C7-5B28-4E42-B769-D4C450A29046}" type="pres">
      <dgm:prSet presAssocID="{C997DC36-AF64-49B7-B074-44E34FD59FDE}" presName="circle3" presStyleLbl="lnNode1" presStyleIdx="2" presStyleCnt="4"/>
      <dgm:spPr/>
    </dgm:pt>
    <dgm:pt modelId="{A6A521F1-ADF6-4EE6-ABCC-6EBE434E7A35}" type="pres">
      <dgm:prSet presAssocID="{C997DC36-AF64-49B7-B074-44E34FD59FDE}" presName="text3" presStyleLbl="revTx" presStyleIdx="2" presStyleCnt="4" custScaleX="184702" custLinFactNeighborX="44831" custLinFactNeighborY="-153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8907C9-09A4-4EA5-B911-A8BDD3AD3D2C}" type="pres">
      <dgm:prSet presAssocID="{C997DC36-AF64-49B7-B074-44E34FD59FDE}" presName="line3" presStyleLbl="callout" presStyleIdx="4" presStyleCnt="8"/>
      <dgm:spPr/>
    </dgm:pt>
    <dgm:pt modelId="{6AC4B84B-B291-4F25-A2DB-EA7553EA9D3B}" type="pres">
      <dgm:prSet presAssocID="{C997DC36-AF64-49B7-B074-44E34FD59FDE}" presName="d3" presStyleLbl="callout" presStyleIdx="5" presStyleCnt="8"/>
      <dgm:spPr/>
    </dgm:pt>
    <dgm:pt modelId="{82204B01-D8A9-403B-99F9-7240DC1DAC4C}" type="pres">
      <dgm:prSet presAssocID="{5BCBE594-83F9-4CED-B48A-AE6B71FB56CA}" presName="circle4" presStyleLbl="lnNode1" presStyleIdx="3" presStyleCnt="4"/>
      <dgm:spPr>
        <a:solidFill>
          <a:schemeClr val="accent2"/>
        </a:solidFill>
      </dgm:spPr>
    </dgm:pt>
    <dgm:pt modelId="{902A7E92-5F6F-4F26-968B-818ED8056D70}" type="pres">
      <dgm:prSet presAssocID="{5BCBE594-83F9-4CED-B48A-AE6B71FB56CA}" presName="text4" presStyleLbl="revTx" presStyleIdx="3" presStyleCnt="4" custScaleX="235816" custLinFactNeighborX="72024">
        <dgm:presLayoutVars>
          <dgm:bulletEnabled val="1"/>
        </dgm:presLayoutVars>
      </dgm:prSet>
      <dgm:spPr/>
    </dgm:pt>
    <dgm:pt modelId="{35BA9839-E709-4D89-9BAC-A949F986D480}" type="pres">
      <dgm:prSet presAssocID="{5BCBE594-83F9-4CED-B48A-AE6B71FB56CA}" presName="line4" presStyleLbl="callout" presStyleIdx="6" presStyleCnt="8"/>
      <dgm:spPr/>
    </dgm:pt>
    <dgm:pt modelId="{D86816FB-ECF1-4B94-BB90-891274FDC7FE}" type="pres">
      <dgm:prSet presAssocID="{5BCBE594-83F9-4CED-B48A-AE6B71FB56CA}" presName="d4" presStyleLbl="callout" presStyleIdx="7" presStyleCnt="8"/>
      <dgm:spPr/>
    </dgm:pt>
  </dgm:ptLst>
  <dgm:cxnLst>
    <dgm:cxn modelId="{6EEB564A-816C-47C5-8031-65670EEFCCAE}" srcId="{08430901-E6A0-4E2E-94A2-3D74B97AB93B}" destId="{C997DC36-AF64-49B7-B074-44E34FD59FDE}" srcOrd="2" destOrd="0" parTransId="{0EF80EC2-0935-47E0-A942-7A726E323F4D}" sibTransId="{98F60B3E-D0C5-40DB-A748-AFDFA7295CBF}"/>
    <dgm:cxn modelId="{9A4BEC78-46A9-4DAB-A135-3FF521BF0AE5}" srcId="{08430901-E6A0-4E2E-94A2-3D74B97AB93B}" destId="{DE7804EB-6A6E-48D7-90FD-A9243BCAC867}" srcOrd="1" destOrd="0" parTransId="{AE78F7FE-A224-4202-9B81-3B2B9F50C3EE}" sibTransId="{CD11AC28-6760-4D36-8490-0CA412AA9B66}"/>
    <dgm:cxn modelId="{542AA5C8-9ABA-44C6-8D29-060C69CA1E2E}" srcId="{08430901-E6A0-4E2E-94A2-3D74B97AB93B}" destId="{9F16A57B-2C0A-41F8-92AC-76E8C6FBF132}" srcOrd="0" destOrd="0" parTransId="{A694AB11-BBDB-4DAF-8B5F-6498A22E00F8}" sibTransId="{A08B5AE6-88AE-4577-9925-B738B1440F3D}"/>
    <dgm:cxn modelId="{E50795DE-860C-4F06-9462-407C8F804A18}" type="presOf" srcId="{08430901-E6A0-4E2E-94A2-3D74B97AB93B}" destId="{75E9F168-8B86-40A2-AD4A-0A4E76B0BA6A}" srcOrd="0" destOrd="0" presId="urn:microsoft.com/office/officeart/2005/8/layout/target1"/>
    <dgm:cxn modelId="{1302F40D-3A4B-40BD-909F-1287CBECD156}" type="presOf" srcId="{5BCBE594-83F9-4CED-B48A-AE6B71FB56CA}" destId="{902A7E92-5F6F-4F26-968B-818ED8056D70}" srcOrd="0" destOrd="0" presId="urn:microsoft.com/office/officeart/2005/8/layout/target1"/>
    <dgm:cxn modelId="{67E9D225-358B-47AC-9F31-918C5CCA627C}" type="presOf" srcId="{C997DC36-AF64-49B7-B074-44E34FD59FDE}" destId="{A6A521F1-ADF6-4EE6-ABCC-6EBE434E7A35}" srcOrd="0" destOrd="0" presId="urn:microsoft.com/office/officeart/2005/8/layout/target1"/>
    <dgm:cxn modelId="{9C371642-37BE-49DA-B0DE-0FCE7F637704}" type="presOf" srcId="{9F16A57B-2C0A-41F8-92AC-76E8C6FBF132}" destId="{F6D131BA-D8E0-4B3F-A482-ACA2098E076F}" srcOrd="0" destOrd="0" presId="urn:microsoft.com/office/officeart/2005/8/layout/target1"/>
    <dgm:cxn modelId="{61B95370-1C89-448B-A838-70C047E8903F}" srcId="{08430901-E6A0-4E2E-94A2-3D74B97AB93B}" destId="{5BCBE594-83F9-4CED-B48A-AE6B71FB56CA}" srcOrd="3" destOrd="0" parTransId="{4806ADB5-C734-474E-9B12-5F1516DB0DAE}" sibTransId="{D7958F77-4E00-4A31-AF8B-0266DEA1BC1C}"/>
    <dgm:cxn modelId="{C8E4F106-F61C-4E6E-B951-BFF8665B1B24}" type="presOf" srcId="{DE7804EB-6A6E-48D7-90FD-A9243BCAC867}" destId="{F81AE261-B5A7-4F21-B256-41402866BC4E}" srcOrd="0" destOrd="0" presId="urn:microsoft.com/office/officeart/2005/8/layout/target1"/>
    <dgm:cxn modelId="{73133995-FBCA-4CC3-AB7E-BB1EFC73EE27}" type="presParOf" srcId="{75E9F168-8B86-40A2-AD4A-0A4E76B0BA6A}" destId="{EE1F4B18-7B06-4AF9-BAB0-E08F721F2A0F}" srcOrd="0" destOrd="0" presId="urn:microsoft.com/office/officeart/2005/8/layout/target1"/>
    <dgm:cxn modelId="{C74E51C4-B73E-425B-8DDC-5A255D5AD9F9}" type="presParOf" srcId="{75E9F168-8B86-40A2-AD4A-0A4E76B0BA6A}" destId="{F6D131BA-D8E0-4B3F-A482-ACA2098E076F}" srcOrd="1" destOrd="0" presId="urn:microsoft.com/office/officeart/2005/8/layout/target1"/>
    <dgm:cxn modelId="{E92007C0-4661-44B7-BB3E-009355D6DCDD}" type="presParOf" srcId="{75E9F168-8B86-40A2-AD4A-0A4E76B0BA6A}" destId="{DCFAC8A0-1938-4D8D-ABE2-B6B3BB6CFF61}" srcOrd="2" destOrd="0" presId="urn:microsoft.com/office/officeart/2005/8/layout/target1"/>
    <dgm:cxn modelId="{06C2B1EE-5D66-43F9-A9EB-D56E0CC2D3EB}" type="presParOf" srcId="{75E9F168-8B86-40A2-AD4A-0A4E76B0BA6A}" destId="{D6D46B41-311C-42E6-94F3-34D91FC619DE}" srcOrd="3" destOrd="0" presId="urn:microsoft.com/office/officeart/2005/8/layout/target1"/>
    <dgm:cxn modelId="{202F7B09-32CD-46EC-A891-669CF440F26E}" type="presParOf" srcId="{75E9F168-8B86-40A2-AD4A-0A4E76B0BA6A}" destId="{ECB838A6-2017-4C40-88BD-056C7CDE0EB1}" srcOrd="4" destOrd="0" presId="urn:microsoft.com/office/officeart/2005/8/layout/target1"/>
    <dgm:cxn modelId="{74EDA4E6-29B1-4D4E-87C6-B23D42647D19}" type="presParOf" srcId="{75E9F168-8B86-40A2-AD4A-0A4E76B0BA6A}" destId="{F81AE261-B5A7-4F21-B256-41402866BC4E}" srcOrd="5" destOrd="0" presId="urn:microsoft.com/office/officeart/2005/8/layout/target1"/>
    <dgm:cxn modelId="{FA51C76C-CB50-492B-AC57-FBDA006DA205}" type="presParOf" srcId="{75E9F168-8B86-40A2-AD4A-0A4E76B0BA6A}" destId="{48F74C5A-D348-4D5A-AE64-A20E67FA0DA5}" srcOrd="6" destOrd="0" presId="urn:microsoft.com/office/officeart/2005/8/layout/target1"/>
    <dgm:cxn modelId="{5400BAB9-8ACC-456B-80CC-E5636FB2DDB8}" type="presParOf" srcId="{75E9F168-8B86-40A2-AD4A-0A4E76B0BA6A}" destId="{AA7CBF26-6F72-4EDC-A35E-64F1B52114C4}" srcOrd="7" destOrd="0" presId="urn:microsoft.com/office/officeart/2005/8/layout/target1"/>
    <dgm:cxn modelId="{F6E8C035-4146-4542-ADFC-8A3B662E57C8}" type="presParOf" srcId="{75E9F168-8B86-40A2-AD4A-0A4E76B0BA6A}" destId="{DD1AA6C7-5B28-4E42-B769-D4C450A29046}" srcOrd="8" destOrd="0" presId="urn:microsoft.com/office/officeart/2005/8/layout/target1"/>
    <dgm:cxn modelId="{9B4BD301-FC67-4138-9D27-C6AB60340A9E}" type="presParOf" srcId="{75E9F168-8B86-40A2-AD4A-0A4E76B0BA6A}" destId="{A6A521F1-ADF6-4EE6-ABCC-6EBE434E7A35}" srcOrd="9" destOrd="0" presId="urn:microsoft.com/office/officeart/2005/8/layout/target1"/>
    <dgm:cxn modelId="{E8A3CD5C-1009-4040-90A3-8D7CF3708CB1}" type="presParOf" srcId="{75E9F168-8B86-40A2-AD4A-0A4E76B0BA6A}" destId="{8D8907C9-09A4-4EA5-B911-A8BDD3AD3D2C}" srcOrd="10" destOrd="0" presId="urn:microsoft.com/office/officeart/2005/8/layout/target1"/>
    <dgm:cxn modelId="{2E11A563-200D-4ED9-B032-6FFA4CA12868}" type="presParOf" srcId="{75E9F168-8B86-40A2-AD4A-0A4E76B0BA6A}" destId="{6AC4B84B-B291-4F25-A2DB-EA7553EA9D3B}" srcOrd="11" destOrd="0" presId="urn:microsoft.com/office/officeart/2005/8/layout/target1"/>
    <dgm:cxn modelId="{E042C1BF-57EB-41F3-B196-125E6D17B286}" type="presParOf" srcId="{75E9F168-8B86-40A2-AD4A-0A4E76B0BA6A}" destId="{82204B01-D8A9-403B-99F9-7240DC1DAC4C}" srcOrd="12" destOrd="0" presId="urn:microsoft.com/office/officeart/2005/8/layout/target1"/>
    <dgm:cxn modelId="{1BD5D1C1-7FEF-4D61-9AF3-5020A8C2524B}" type="presParOf" srcId="{75E9F168-8B86-40A2-AD4A-0A4E76B0BA6A}" destId="{902A7E92-5F6F-4F26-968B-818ED8056D70}" srcOrd="13" destOrd="0" presId="urn:microsoft.com/office/officeart/2005/8/layout/target1"/>
    <dgm:cxn modelId="{ADC4DEFF-A311-4026-AFC1-33F86F9538BA}" type="presParOf" srcId="{75E9F168-8B86-40A2-AD4A-0A4E76B0BA6A}" destId="{35BA9839-E709-4D89-9BAC-A949F986D480}" srcOrd="14" destOrd="0" presId="urn:microsoft.com/office/officeart/2005/8/layout/target1"/>
    <dgm:cxn modelId="{E1AA6D03-3BC5-4BDB-B35A-098A7B0F2E68}" type="presParOf" srcId="{75E9F168-8B86-40A2-AD4A-0A4E76B0BA6A}" destId="{D86816FB-ECF1-4B94-BB90-891274FDC7FE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CC518E-72EA-485C-B958-5D0581FA1B34}" type="doc">
      <dgm:prSet loTypeId="urn:microsoft.com/office/officeart/2005/8/layout/hProcess1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BA88BBF-3A17-40AB-AC2A-0A6F10C3512C}">
      <dgm:prSet phldrT="[Text]"/>
      <dgm:spPr/>
      <dgm:t>
        <a:bodyPr/>
        <a:lstStyle/>
        <a:p>
          <a:r>
            <a:rPr lang="en-US" dirty="0" smtClean="0"/>
            <a:t>Sensors detect environment</a:t>
          </a:r>
          <a:endParaRPr lang="en-US" dirty="0"/>
        </a:p>
      </dgm:t>
    </dgm:pt>
    <dgm:pt modelId="{AE59369D-0B6C-4B05-B1C5-22E7FC8C1171}" type="parTrans" cxnId="{229E5091-BCD9-4B00-83AA-134844DECE55}">
      <dgm:prSet/>
      <dgm:spPr/>
      <dgm:t>
        <a:bodyPr/>
        <a:lstStyle/>
        <a:p>
          <a:endParaRPr lang="en-US"/>
        </a:p>
      </dgm:t>
    </dgm:pt>
    <dgm:pt modelId="{6436CD7B-A1AB-41CD-8FE1-53F6813E5DFE}" type="sibTrans" cxnId="{229E5091-BCD9-4B00-83AA-134844DECE55}">
      <dgm:prSet/>
      <dgm:spPr/>
      <dgm:t>
        <a:bodyPr/>
        <a:lstStyle/>
        <a:p>
          <a:endParaRPr lang="en-US"/>
        </a:p>
      </dgm:t>
    </dgm:pt>
    <dgm:pt modelId="{ABB3DCCF-FA12-4D61-B210-F11B6E992BC7}">
      <dgm:prSet phldrT="[Text]"/>
      <dgm:spPr/>
      <dgm:t>
        <a:bodyPr/>
        <a:lstStyle/>
        <a:p>
          <a:r>
            <a:rPr lang="en-US" dirty="0" smtClean="0"/>
            <a:t>ESP32 processes input</a:t>
          </a:r>
          <a:endParaRPr lang="en-US" dirty="0"/>
        </a:p>
      </dgm:t>
    </dgm:pt>
    <dgm:pt modelId="{429781CF-8104-4E32-9CF1-108C1B824C83}" type="parTrans" cxnId="{A6A637F0-D4D1-4464-AFDC-630DFE685CA5}">
      <dgm:prSet/>
      <dgm:spPr/>
      <dgm:t>
        <a:bodyPr/>
        <a:lstStyle/>
        <a:p>
          <a:endParaRPr lang="en-US"/>
        </a:p>
      </dgm:t>
    </dgm:pt>
    <dgm:pt modelId="{E814386C-700A-4D88-9E3D-A6F2AE0FBF13}" type="sibTrans" cxnId="{A6A637F0-D4D1-4464-AFDC-630DFE685CA5}">
      <dgm:prSet/>
      <dgm:spPr/>
      <dgm:t>
        <a:bodyPr/>
        <a:lstStyle/>
        <a:p>
          <a:endParaRPr lang="en-US"/>
        </a:p>
      </dgm:t>
    </dgm:pt>
    <dgm:pt modelId="{901FBFC4-3CC6-423E-B631-AAAB839D1639}">
      <dgm:prSet phldrT="[Text]"/>
      <dgm:spPr/>
      <dgm:t>
        <a:bodyPr/>
        <a:lstStyle/>
        <a:p>
          <a:r>
            <a:rPr lang="en-US" dirty="0" smtClean="0"/>
            <a:t>Object identified, MP3 audio alert played</a:t>
          </a:r>
          <a:endParaRPr lang="en-US" dirty="0"/>
        </a:p>
      </dgm:t>
    </dgm:pt>
    <dgm:pt modelId="{D86E2FC3-437F-489A-B6C9-B0EFEB9F5632}" type="parTrans" cxnId="{F482B37B-AE53-4322-AB70-5731E1D49662}">
      <dgm:prSet/>
      <dgm:spPr/>
      <dgm:t>
        <a:bodyPr/>
        <a:lstStyle/>
        <a:p>
          <a:endParaRPr lang="en-US"/>
        </a:p>
      </dgm:t>
    </dgm:pt>
    <dgm:pt modelId="{A147CFA5-9A89-4A6B-BB0C-F5406BF8F6F4}" type="sibTrans" cxnId="{F482B37B-AE53-4322-AB70-5731E1D49662}">
      <dgm:prSet/>
      <dgm:spPr/>
      <dgm:t>
        <a:bodyPr/>
        <a:lstStyle/>
        <a:p>
          <a:endParaRPr lang="en-US"/>
        </a:p>
      </dgm:t>
    </dgm:pt>
    <dgm:pt modelId="{7B8C9F76-FE79-4A5B-ACB6-B093A3B7C258}">
      <dgm:prSet/>
      <dgm:spPr/>
      <dgm:t>
        <a:bodyPr/>
        <a:lstStyle/>
        <a:p>
          <a:r>
            <a:rPr lang="en-US" dirty="0" smtClean="0"/>
            <a:t>Water detected -&gt; buzzer</a:t>
          </a:r>
          <a:endParaRPr lang="en-US" dirty="0"/>
        </a:p>
      </dgm:t>
    </dgm:pt>
    <dgm:pt modelId="{32F45D5D-A2A3-4CF1-AB39-D48A698C93D7}" type="parTrans" cxnId="{ECC2B56D-CC99-487A-8D59-B38EEC19FE0D}">
      <dgm:prSet/>
      <dgm:spPr/>
      <dgm:t>
        <a:bodyPr/>
        <a:lstStyle/>
        <a:p>
          <a:endParaRPr lang="en-US"/>
        </a:p>
      </dgm:t>
    </dgm:pt>
    <dgm:pt modelId="{DD64761D-16DC-4754-9131-8439AFF8FB13}" type="sibTrans" cxnId="{ECC2B56D-CC99-487A-8D59-B38EEC19FE0D}">
      <dgm:prSet/>
      <dgm:spPr/>
      <dgm:t>
        <a:bodyPr/>
        <a:lstStyle/>
        <a:p>
          <a:endParaRPr lang="en-US"/>
        </a:p>
      </dgm:t>
    </dgm:pt>
    <dgm:pt modelId="{D99E1578-48AD-4FC4-AE1D-6DAB1D11A69F}">
      <dgm:prSet/>
      <dgm:spPr/>
      <dgm:t>
        <a:bodyPr/>
        <a:lstStyle/>
        <a:p>
          <a:r>
            <a:rPr lang="en-US" dirty="0" smtClean="0"/>
            <a:t>Button pressed -&gt; GPS+SMS sent</a:t>
          </a:r>
          <a:endParaRPr lang="en-US" dirty="0"/>
        </a:p>
      </dgm:t>
    </dgm:pt>
    <dgm:pt modelId="{0872EA56-FEC6-4952-9C1D-1708D68B92C0}" type="parTrans" cxnId="{4821853C-5B24-4B2A-B473-E650945FB4FC}">
      <dgm:prSet/>
      <dgm:spPr/>
      <dgm:t>
        <a:bodyPr/>
        <a:lstStyle/>
        <a:p>
          <a:endParaRPr lang="en-US"/>
        </a:p>
      </dgm:t>
    </dgm:pt>
    <dgm:pt modelId="{91AD071D-483A-4AE3-AB2F-13F6A452E969}" type="sibTrans" cxnId="{4821853C-5B24-4B2A-B473-E650945FB4FC}">
      <dgm:prSet/>
      <dgm:spPr/>
      <dgm:t>
        <a:bodyPr/>
        <a:lstStyle/>
        <a:p>
          <a:endParaRPr lang="en-US"/>
        </a:p>
      </dgm:t>
    </dgm:pt>
    <dgm:pt modelId="{9EB720E3-D408-4A36-82E2-1535E40941F2}">
      <dgm:prSet/>
      <dgm:spPr/>
      <dgm:t>
        <a:bodyPr/>
        <a:lstStyle/>
        <a:p>
          <a:r>
            <a:rPr lang="en-US" dirty="0" smtClean="0"/>
            <a:t>Nighttime -&gt; LED turns on</a:t>
          </a:r>
          <a:endParaRPr lang="en-US" dirty="0"/>
        </a:p>
      </dgm:t>
    </dgm:pt>
    <dgm:pt modelId="{77739BE3-ABFB-42E7-99C8-1F8BDF7688F8}" type="parTrans" cxnId="{38009C06-3B51-4CBE-A1FB-2EDBCB5FA354}">
      <dgm:prSet/>
      <dgm:spPr/>
      <dgm:t>
        <a:bodyPr/>
        <a:lstStyle/>
        <a:p>
          <a:endParaRPr lang="en-US"/>
        </a:p>
      </dgm:t>
    </dgm:pt>
    <dgm:pt modelId="{8ACFBD6A-6960-40EC-9302-2E3B211CB4F3}" type="sibTrans" cxnId="{38009C06-3B51-4CBE-A1FB-2EDBCB5FA354}">
      <dgm:prSet/>
      <dgm:spPr/>
      <dgm:t>
        <a:bodyPr/>
        <a:lstStyle/>
        <a:p>
          <a:endParaRPr lang="en-US"/>
        </a:p>
      </dgm:t>
    </dgm:pt>
    <dgm:pt modelId="{091A248C-939D-4E23-9483-CE9E83B25731}" type="pres">
      <dgm:prSet presAssocID="{DACC518E-72EA-485C-B958-5D0581FA1B34}" presName="Name0" presStyleCnt="0">
        <dgm:presLayoutVars>
          <dgm:dir/>
          <dgm:resizeHandles val="exact"/>
        </dgm:presLayoutVars>
      </dgm:prSet>
      <dgm:spPr/>
    </dgm:pt>
    <dgm:pt modelId="{83C79EF9-C36D-49F8-86C5-D60F81BD1ADE}" type="pres">
      <dgm:prSet presAssocID="{DACC518E-72EA-485C-B958-5D0581FA1B34}" presName="arrow" presStyleLbl="bgShp" presStyleIdx="0" presStyleCnt="1"/>
      <dgm:spPr/>
    </dgm:pt>
    <dgm:pt modelId="{3BE4BC9C-06DE-4E2C-BD05-F680315BAF66}" type="pres">
      <dgm:prSet presAssocID="{DACC518E-72EA-485C-B958-5D0581FA1B34}" presName="points" presStyleCnt="0"/>
      <dgm:spPr/>
    </dgm:pt>
    <dgm:pt modelId="{76DF6D3A-770A-4765-9234-75915808A726}" type="pres">
      <dgm:prSet presAssocID="{3BA88BBF-3A17-40AB-AC2A-0A6F10C3512C}" presName="compositeA" presStyleCnt="0"/>
      <dgm:spPr/>
    </dgm:pt>
    <dgm:pt modelId="{86A1DBC3-24B1-486C-802D-3D061468C0D8}" type="pres">
      <dgm:prSet presAssocID="{3BA88BBF-3A17-40AB-AC2A-0A6F10C3512C}" presName="textA" presStyleLbl="revTx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9E1421-C34E-4588-8C7D-DE14E6C98BCE}" type="pres">
      <dgm:prSet presAssocID="{3BA88BBF-3A17-40AB-AC2A-0A6F10C3512C}" presName="circleA" presStyleLbl="node1" presStyleIdx="0" presStyleCnt="6"/>
      <dgm:spPr/>
    </dgm:pt>
    <dgm:pt modelId="{36621D59-BBBD-4429-9AED-4BDC72784E40}" type="pres">
      <dgm:prSet presAssocID="{3BA88BBF-3A17-40AB-AC2A-0A6F10C3512C}" presName="spaceA" presStyleCnt="0"/>
      <dgm:spPr/>
    </dgm:pt>
    <dgm:pt modelId="{91D6B71C-CB12-4AD5-98BC-EAE28543E6DB}" type="pres">
      <dgm:prSet presAssocID="{6436CD7B-A1AB-41CD-8FE1-53F6813E5DFE}" presName="space" presStyleCnt="0"/>
      <dgm:spPr/>
    </dgm:pt>
    <dgm:pt modelId="{AE4E4384-E588-48B1-AEA2-9D6D7F083BA5}" type="pres">
      <dgm:prSet presAssocID="{ABB3DCCF-FA12-4D61-B210-F11B6E992BC7}" presName="compositeB" presStyleCnt="0"/>
      <dgm:spPr/>
    </dgm:pt>
    <dgm:pt modelId="{708E7C5F-CD16-40C2-9A87-23C3487818F8}" type="pres">
      <dgm:prSet presAssocID="{ABB3DCCF-FA12-4D61-B210-F11B6E992BC7}" presName="textB" presStyleLbl="revTx" presStyleIdx="1" presStyleCnt="6">
        <dgm:presLayoutVars>
          <dgm:bulletEnabled val="1"/>
        </dgm:presLayoutVars>
      </dgm:prSet>
      <dgm:spPr/>
    </dgm:pt>
    <dgm:pt modelId="{09AFE8BB-AC13-475B-A8D1-DCB63C9C305F}" type="pres">
      <dgm:prSet presAssocID="{ABB3DCCF-FA12-4D61-B210-F11B6E992BC7}" presName="circleB" presStyleLbl="node1" presStyleIdx="1" presStyleCnt="6"/>
      <dgm:spPr/>
    </dgm:pt>
    <dgm:pt modelId="{9462F977-66D5-48F3-9424-532461F9E55B}" type="pres">
      <dgm:prSet presAssocID="{ABB3DCCF-FA12-4D61-B210-F11B6E992BC7}" presName="spaceB" presStyleCnt="0"/>
      <dgm:spPr/>
    </dgm:pt>
    <dgm:pt modelId="{0FD35985-9073-4873-83EC-0477EE9B6B1C}" type="pres">
      <dgm:prSet presAssocID="{E814386C-700A-4D88-9E3D-A6F2AE0FBF13}" presName="space" presStyleCnt="0"/>
      <dgm:spPr/>
    </dgm:pt>
    <dgm:pt modelId="{2FDF4580-F62D-458C-9DF6-F64F047C1DC3}" type="pres">
      <dgm:prSet presAssocID="{901FBFC4-3CC6-423E-B631-AAAB839D1639}" presName="compositeA" presStyleCnt="0"/>
      <dgm:spPr/>
    </dgm:pt>
    <dgm:pt modelId="{3BFCA40E-4FF6-4D86-B202-19C14878B39D}" type="pres">
      <dgm:prSet presAssocID="{901FBFC4-3CC6-423E-B631-AAAB839D1639}" presName="textA" presStyleLbl="revTx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190313-FA20-4208-B9FF-8D73138243BE}" type="pres">
      <dgm:prSet presAssocID="{901FBFC4-3CC6-423E-B631-AAAB839D1639}" presName="circleA" presStyleLbl="node1" presStyleIdx="2" presStyleCnt="6"/>
      <dgm:spPr/>
    </dgm:pt>
    <dgm:pt modelId="{8AC68086-3B88-4830-BD3F-D37B5F908A26}" type="pres">
      <dgm:prSet presAssocID="{901FBFC4-3CC6-423E-B631-AAAB839D1639}" presName="spaceA" presStyleCnt="0"/>
      <dgm:spPr/>
    </dgm:pt>
    <dgm:pt modelId="{837138E8-E713-4B4C-8A13-434F9B851443}" type="pres">
      <dgm:prSet presAssocID="{A147CFA5-9A89-4A6B-BB0C-F5406BF8F6F4}" presName="space" presStyleCnt="0"/>
      <dgm:spPr/>
    </dgm:pt>
    <dgm:pt modelId="{FF93C22D-4CA4-455F-9944-E04DD8AB5E6C}" type="pres">
      <dgm:prSet presAssocID="{7B8C9F76-FE79-4A5B-ACB6-B093A3B7C258}" presName="compositeB" presStyleCnt="0"/>
      <dgm:spPr/>
    </dgm:pt>
    <dgm:pt modelId="{179D1C95-E528-465C-B6A7-E0646E46A979}" type="pres">
      <dgm:prSet presAssocID="{7B8C9F76-FE79-4A5B-ACB6-B093A3B7C258}" presName="textB" presStyleLbl="revTx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431B9B-ECA5-42F7-BFFE-0D40405A40DE}" type="pres">
      <dgm:prSet presAssocID="{7B8C9F76-FE79-4A5B-ACB6-B093A3B7C258}" presName="circleB" presStyleLbl="node1" presStyleIdx="3" presStyleCnt="6"/>
      <dgm:spPr/>
    </dgm:pt>
    <dgm:pt modelId="{08A259AA-E5C3-41A7-8694-730C5A9A73F0}" type="pres">
      <dgm:prSet presAssocID="{7B8C9F76-FE79-4A5B-ACB6-B093A3B7C258}" presName="spaceB" presStyleCnt="0"/>
      <dgm:spPr/>
    </dgm:pt>
    <dgm:pt modelId="{4335D812-42E1-4D72-9F96-F7FC114033AA}" type="pres">
      <dgm:prSet presAssocID="{DD64761D-16DC-4754-9131-8439AFF8FB13}" presName="space" presStyleCnt="0"/>
      <dgm:spPr/>
    </dgm:pt>
    <dgm:pt modelId="{CEC909E2-342A-41A9-AEE6-8FB2017678F3}" type="pres">
      <dgm:prSet presAssocID="{D99E1578-48AD-4FC4-AE1D-6DAB1D11A69F}" presName="compositeA" presStyleCnt="0"/>
      <dgm:spPr/>
    </dgm:pt>
    <dgm:pt modelId="{306ED519-44B2-447D-9CC5-9B867D75F618}" type="pres">
      <dgm:prSet presAssocID="{D99E1578-48AD-4FC4-AE1D-6DAB1D11A69F}" presName="textA" presStyleLbl="revTx" presStyleIdx="4" presStyleCnt="6">
        <dgm:presLayoutVars>
          <dgm:bulletEnabled val="1"/>
        </dgm:presLayoutVars>
      </dgm:prSet>
      <dgm:spPr/>
    </dgm:pt>
    <dgm:pt modelId="{C0A12EC1-C365-448D-81FB-9B31AED1AA2D}" type="pres">
      <dgm:prSet presAssocID="{D99E1578-48AD-4FC4-AE1D-6DAB1D11A69F}" presName="circleA" presStyleLbl="node1" presStyleIdx="4" presStyleCnt="6"/>
      <dgm:spPr/>
    </dgm:pt>
    <dgm:pt modelId="{9B291406-D055-4CE6-8CF4-8B5F33AD2129}" type="pres">
      <dgm:prSet presAssocID="{D99E1578-48AD-4FC4-AE1D-6DAB1D11A69F}" presName="spaceA" presStyleCnt="0"/>
      <dgm:spPr/>
    </dgm:pt>
    <dgm:pt modelId="{3BA3DD4C-B42F-471F-B187-18483C004CC8}" type="pres">
      <dgm:prSet presAssocID="{91AD071D-483A-4AE3-AB2F-13F6A452E969}" presName="space" presStyleCnt="0"/>
      <dgm:spPr/>
    </dgm:pt>
    <dgm:pt modelId="{4926C15F-D97F-49B1-B3D8-9C4E2FAF8B0B}" type="pres">
      <dgm:prSet presAssocID="{9EB720E3-D408-4A36-82E2-1535E40941F2}" presName="compositeB" presStyleCnt="0"/>
      <dgm:spPr/>
    </dgm:pt>
    <dgm:pt modelId="{A374D2E2-8771-4A67-B12B-29B5473175DC}" type="pres">
      <dgm:prSet presAssocID="{9EB720E3-D408-4A36-82E2-1535E40941F2}" presName="textB" presStyleLbl="revTx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29FCBE-0C6E-42AA-AA3E-1D12279CF5BD}" type="pres">
      <dgm:prSet presAssocID="{9EB720E3-D408-4A36-82E2-1535E40941F2}" presName="circleB" presStyleLbl="node1" presStyleIdx="5" presStyleCnt="6"/>
      <dgm:spPr/>
    </dgm:pt>
    <dgm:pt modelId="{5CAE09BD-1828-4916-AC0C-E518FE80BA22}" type="pres">
      <dgm:prSet presAssocID="{9EB720E3-D408-4A36-82E2-1535E40941F2}" presName="spaceB" presStyleCnt="0"/>
      <dgm:spPr/>
    </dgm:pt>
  </dgm:ptLst>
  <dgm:cxnLst>
    <dgm:cxn modelId="{ECC2B56D-CC99-487A-8D59-B38EEC19FE0D}" srcId="{DACC518E-72EA-485C-B958-5D0581FA1B34}" destId="{7B8C9F76-FE79-4A5B-ACB6-B093A3B7C258}" srcOrd="3" destOrd="0" parTransId="{32F45D5D-A2A3-4CF1-AB39-D48A698C93D7}" sibTransId="{DD64761D-16DC-4754-9131-8439AFF8FB13}"/>
    <dgm:cxn modelId="{B008F913-4AE8-4537-BDC3-617B6944C1E7}" type="presOf" srcId="{3BA88BBF-3A17-40AB-AC2A-0A6F10C3512C}" destId="{86A1DBC3-24B1-486C-802D-3D061468C0D8}" srcOrd="0" destOrd="0" presId="urn:microsoft.com/office/officeart/2005/8/layout/hProcess11"/>
    <dgm:cxn modelId="{9EB87338-28FB-4661-830D-CD5C66E76432}" type="presOf" srcId="{7B8C9F76-FE79-4A5B-ACB6-B093A3B7C258}" destId="{179D1C95-E528-465C-B6A7-E0646E46A979}" srcOrd="0" destOrd="0" presId="urn:microsoft.com/office/officeart/2005/8/layout/hProcess11"/>
    <dgm:cxn modelId="{A6A637F0-D4D1-4464-AFDC-630DFE685CA5}" srcId="{DACC518E-72EA-485C-B958-5D0581FA1B34}" destId="{ABB3DCCF-FA12-4D61-B210-F11B6E992BC7}" srcOrd="1" destOrd="0" parTransId="{429781CF-8104-4E32-9CF1-108C1B824C83}" sibTransId="{E814386C-700A-4D88-9E3D-A6F2AE0FBF13}"/>
    <dgm:cxn modelId="{38009C06-3B51-4CBE-A1FB-2EDBCB5FA354}" srcId="{DACC518E-72EA-485C-B958-5D0581FA1B34}" destId="{9EB720E3-D408-4A36-82E2-1535E40941F2}" srcOrd="5" destOrd="0" parTransId="{77739BE3-ABFB-42E7-99C8-1F8BDF7688F8}" sibTransId="{8ACFBD6A-6960-40EC-9302-2E3B211CB4F3}"/>
    <dgm:cxn modelId="{4009C5A9-A4A4-432D-9188-8CEB051B7C28}" type="presOf" srcId="{9EB720E3-D408-4A36-82E2-1535E40941F2}" destId="{A374D2E2-8771-4A67-B12B-29B5473175DC}" srcOrd="0" destOrd="0" presId="urn:microsoft.com/office/officeart/2005/8/layout/hProcess11"/>
    <dgm:cxn modelId="{E6E0FE56-4C19-46E9-A1FF-912B3670892D}" type="presOf" srcId="{DACC518E-72EA-485C-B958-5D0581FA1B34}" destId="{091A248C-939D-4E23-9483-CE9E83B25731}" srcOrd="0" destOrd="0" presId="urn:microsoft.com/office/officeart/2005/8/layout/hProcess11"/>
    <dgm:cxn modelId="{8FC8B339-9794-49CA-981D-CE59E85A6A7E}" type="presOf" srcId="{901FBFC4-3CC6-423E-B631-AAAB839D1639}" destId="{3BFCA40E-4FF6-4D86-B202-19C14878B39D}" srcOrd="0" destOrd="0" presId="urn:microsoft.com/office/officeart/2005/8/layout/hProcess11"/>
    <dgm:cxn modelId="{4821853C-5B24-4B2A-B473-E650945FB4FC}" srcId="{DACC518E-72EA-485C-B958-5D0581FA1B34}" destId="{D99E1578-48AD-4FC4-AE1D-6DAB1D11A69F}" srcOrd="4" destOrd="0" parTransId="{0872EA56-FEC6-4952-9C1D-1708D68B92C0}" sibTransId="{91AD071D-483A-4AE3-AB2F-13F6A452E969}"/>
    <dgm:cxn modelId="{49E86EB6-7A97-486F-94DB-867010404D79}" type="presOf" srcId="{ABB3DCCF-FA12-4D61-B210-F11B6E992BC7}" destId="{708E7C5F-CD16-40C2-9A87-23C3487818F8}" srcOrd="0" destOrd="0" presId="urn:microsoft.com/office/officeart/2005/8/layout/hProcess11"/>
    <dgm:cxn modelId="{B9267824-C5C6-4227-991F-B60DB9E0A94A}" type="presOf" srcId="{D99E1578-48AD-4FC4-AE1D-6DAB1D11A69F}" destId="{306ED519-44B2-447D-9CC5-9B867D75F618}" srcOrd="0" destOrd="0" presId="urn:microsoft.com/office/officeart/2005/8/layout/hProcess11"/>
    <dgm:cxn modelId="{229E5091-BCD9-4B00-83AA-134844DECE55}" srcId="{DACC518E-72EA-485C-B958-5D0581FA1B34}" destId="{3BA88BBF-3A17-40AB-AC2A-0A6F10C3512C}" srcOrd="0" destOrd="0" parTransId="{AE59369D-0B6C-4B05-B1C5-22E7FC8C1171}" sibTransId="{6436CD7B-A1AB-41CD-8FE1-53F6813E5DFE}"/>
    <dgm:cxn modelId="{F482B37B-AE53-4322-AB70-5731E1D49662}" srcId="{DACC518E-72EA-485C-B958-5D0581FA1B34}" destId="{901FBFC4-3CC6-423E-B631-AAAB839D1639}" srcOrd="2" destOrd="0" parTransId="{D86E2FC3-437F-489A-B6C9-B0EFEB9F5632}" sibTransId="{A147CFA5-9A89-4A6B-BB0C-F5406BF8F6F4}"/>
    <dgm:cxn modelId="{ECBACCC5-2F15-4B28-8DA7-70249F1FC7A3}" type="presParOf" srcId="{091A248C-939D-4E23-9483-CE9E83B25731}" destId="{83C79EF9-C36D-49F8-86C5-D60F81BD1ADE}" srcOrd="0" destOrd="0" presId="urn:microsoft.com/office/officeart/2005/8/layout/hProcess11"/>
    <dgm:cxn modelId="{22E789CB-E60A-4885-9EAD-D175418CDF63}" type="presParOf" srcId="{091A248C-939D-4E23-9483-CE9E83B25731}" destId="{3BE4BC9C-06DE-4E2C-BD05-F680315BAF66}" srcOrd="1" destOrd="0" presId="urn:microsoft.com/office/officeart/2005/8/layout/hProcess11"/>
    <dgm:cxn modelId="{790EBB6B-4BAE-4C4E-A30D-36BBD8815B0A}" type="presParOf" srcId="{3BE4BC9C-06DE-4E2C-BD05-F680315BAF66}" destId="{76DF6D3A-770A-4765-9234-75915808A726}" srcOrd="0" destOrd="0" presId="urn:microsoft.com/office/officeart/2005/8/layout/hProcess11"/>
    <dgm:cxn modelId="{0AC4DC07-B1A2-4F4D-A548-8B34963DE922}" type="presParOf" srcId="{76DF6D3A-770A-4765-9234-75915808A726}" destId="{86A1DBC3-24B1-486C-802D-3D061468C0D8}" srcOrd="0" destOrd="0" presId="urn:microsoft.com/office/officeart/2005/8/layout/hProcess11"/>
    <dgm:cxn modelId="{E501DA9E-E275-4499-897E-25CD6984ECBF}" type="presParOf" srcId="{76DF6D3A-770A-4765-9234-75915808A726}" destId="{0A9E1421-C34E-4588-8C7D-DE14E6C98BCE}" srcOrd="1" destOrd="0" presId="urn:microsoft.com/office/officeart/2005/8/layout/hProcess11"/>
    <dgm:cxn modelId="{25605ECA-9FA6-4709-A0DA-204FE5C920F5}" type="presParOf" srcId="{76DF6D3A-770A-4765-9234-75915808A726}" destId="{36621D59-BBBD-4429-9AED-4BDC72784E40}" srcOrd="2" destOrd="0" presId="urn:microsoft.com/office/officeart/2005/8/layout/hProcess11"/>
    <dgm:cxn modelId="{03A240B2-5F24-4B64-BB0B-A2EB594B061A}" type="presParOf" srcId="{3BE4BC9C-06DE-4E2C-BD05-F680315BAF66}" destId="{91D6B71C-CB12-4AD5-98BC-EAE28543E6DB}" srcOrd="1" destOrd="0" presId="urn:microsoft.com/office/officeart/2005/8/layout/hProcess11"/>
    <dgm:cxn modelId="{6BE7E60B-394E-43D7-92A3-96AF7FAFD60C}" type="presParOf" srcId="{3BE4BC9C-06DE-4E2C-BD05-F680315BAF66}" destId="{AE4E4384-E588-48B1-AEA2-9D6D7F083BA5}" srcOrd="2" destOrd="0" presId="urn:microsoft.com/office/officeart/2005/8/layout/hProcess11"/>
    <dgm:cxn modelId="{E6D321B5-3AD7-4E86-8D75-1482B1D08AEA}" type="presParOf" srcId="{AE4E4384-E588-48B1-AEA2-9D6D7F083BA5}" destId="{708E7C5F-CD16-40C2-9A87-23C3487818F8}" srcOrd="0" destOrd="0" presId="urn:microsoft.com/office/officeart/2005/8/layout/hProcess11"/>
    <dgm:cxn modelId="{9C8B1BFC-96E2-4412-AA98-7F7CEBA85C0F}" type="presParOf" srcId="{AE4E4384-E588-48B1-AEA2-9D6D7F083BA5}" destId="{09AFE8BB-AC13-475B-A8D1-DCB63C9C305F}" srcOrd="1" destOrd="0" presId="urn:microsoft.com/office/officeart/2005/8/layout/hProcess11"/>
    <dgm:cxn modelId="{9A8675B4-25F7-4D05-8E37-8F2FB7D33DA1}" type="presParOf" srcId="{AE4E4384-E588-48B1-AEA2-9D6D7F083BA5}" destId="{9462F977-66D5-48F3-9424-532461F9E55B}" srcOrd="2" destOrd="0" presId="urn:microsoft.com/office/officeart/2005/8/layout/hProcess11"/>
    <dgm:cxn modelId="{2B5DAC34-BC6B-41A2-A28C-8A4F790699CD}" type="presParOf" srcId="{3BE4BC9C-06DE-4E2C-BD05-F680315BAF66}" destId="{0FD35985-9073-4873-83EC-0477EE9B6B1C}" srcOrd="3" destOrd="0" presId="urn:microsoft.com/office/officeart/2005/8/layout/hProcess11"/>
    <dgm:cxn modelId="{F1327AC9-AAE1-493D-A0D7-B836BCC9E14B}" type="presParOf" srcId="{3BE4BC9C-06DE-4E2C-BD05-F680315BAF66}" destId="{2FDF4580-F62D-458C-9DF6-F64F047C1DC3}" srcOrd="4" destOrd="0" presId="urn:microsoft.com/office/officeart/2005/8/layout/hProcess11"/>
    <dgm:cxn modelId="{16F64321-22EC-4B63-B969-63A398AE8E5E}" type="presParOf" srcId="{2FDF4580-F62D-458C-9DF6-F64F047C1DC3}" destId="{3BFCA40E-4FF6-4D86-B202-19C14878B39D}" srcOrd="0" destOrd="0" presId="urn:microsoft.com/office/officeart/2005/8/layout/hProcess11"/>
    <dgm:cxn modelId="{B0E8DBFD-D859-4913-A50A-1DB042C66B68}" type="presParOf" srcId="{2FDF4580-F62D-458C-9DF6-F64F047C1DC3}" destId="{82190313-FA20-4208-B9FF-8D73138243BE}" srcOrd="1" destOrd="0" presId="urn:microsoft.com/office/officeart/2005/8/layout/hProcess11"/>
    <dgm:cxn modelId="{31754193-0214-43D0-9F4F-5A992712EA08}" type="presParOf" srcId="{2FDF4580-F62D-458C-9DF6-F64F047C1DC3}" destId="{8AC68086-3B88-4830-BD3F-D37B5F908A26}" srcOrd="2" destOrd="0" presId="urn:microsoft.com/office/officeart/2005/8/layout/hProcess11"/>
    <dgm:cxn modelId="{56C74693-C35B-4F3B-9FF4-5D086BCD3668}" type="presParOf" srcId="{3BE4BC9C-06DE-4E2C-BD05-F680315BAF66}" destId="{837138E8-E713-4B4C-8A13-434F9B851443}" srcOrd="5" destOrd="0" presId="urn:microsoft.com/office/officeart/2005/8/layout/hProcess11"/>
    <dgm:cxn modelId="{638ACCAF-A792-4C9D-B169-F8E85F34CD9E}" type="presParOf" srcId="{3BE4BC9C-06DE-4E2C-BD05-F680315BAF66}" destId="{FF93C22D-4CA4-455F-9944-E04DD8AB5E6C}" srcOrd="6" destOrd="0" presId="urn:microsoft.com/office/officeart/2005/8/layout/hProcess11"/>
    <dgm:cxn modelId="{5FF5DEB5-4C5B-417D-AF94-B6EB009DEA25}" type="presParOf" srcId="{FF93C22D-4CA4-455F-9944-E04DD8AB5E6C}" destId="{179D1C95-E528-465C-B6A7-E0646E46A979}" srcOrd="0" destOrd="0" presId="urn:microsoft.com/office/officeart/2005/8/layout/hProcess11"/>
    <dgm:cxn modelId="{5F1F6E52-160C-463E-9847-AD72C34292E3}" type="presParOf" srcId="{FF93C22D-4CA4-455F-9944-E04DD8AB5E6C}" destId="{53431B9B-ECA5-42F7-BFFE-0D40405A40DE}" srcOrd="1" destOrd="0" presId="urn:microsoft.com/office/officeart/2005/8/layout/hProcess11"/>
    <dgm:cxn modelId="{FD1915A3-7A01-4334-85A9-D9208FD6C18E}" type="presParOf" srcId="{FF93C22D-4CA4-455F-9944-E04DD8AB5E6C}" destId="{08A259AA-E5C3-41A7-8694-730C5A9A73F0}" srcOrd="2" destOrd="0" presId="urn:microsoft.com/office/officeart/2005/8/layout/hProcess11"/>
    <dgm:cxn modelId="{FBE7BAA0-267A-4E78-85E9-D01BB181C61B}" type="presParOf" srcId="{3BE4BC9C-06DE-4E2C-BD05-F680315BAF66}" destId="{4335D812-42E1-4D72-9F96-F7FC114033AA}" srcOrd="7" destOrd="0" presId="urn:microsoft.com/office/officeart/2005/8/layout/hProcess11"/>
    <dgm:cxn modelId="{F33547FD-CB1B-40B6-9A8C-6E12CF330D8D}" type="presParOf" srcId="{3BE4BC9C-06DE-4E2C-BD05-F680315BAF66}" destId="{CEC909E2-342A-41A9-AEE6-8FB2017678F3}" srcOrd="8" destOrd="0" presId="urn:microsoft.com/office/officeart/2005/8/layout/hProcess11"/>
    <dgm:cxn modelId="{1AB2A07D-73A9-42F6-8C93-CE11BB32F8A8}" type="presParOf" srcId="{CEC909E2-342A-41A9-AEE6-8FB2017678F3}" destId="{306ED519-44B2-447D-9CC5-9B867D75F618}" srcOrd="0" destOrd="0" presId="urn:microsoft.com/office/officeart/2005/8/layout/hProcess11"/>
    <dgm:cxn modelId="{C12F5771-E8F6-46B4-9F23-28EC17EA5392}" type="presParOf" srcId="{CEC909E2-342A-41A9-AEE6-8FB2017678F3}" destId="{C0A12EC1-C365-448D-81FB-9B31AED1AA2D}" srcOrd="1" destOrd="0" presId="urn:microsoft.com/office/officeart/2005/8/layout/hProcess11"/>
    <dgm:cxn modelId="{E92D82E4-3377-41BA-B924-D941BE5881CA}" type="presParOf" srcId="{CEC909E2-342A-41A9-AEE6-8FB2017678F3}" destId="{9B291406-D055-4CE6-8CF4-8B5F33AD2129}" srcOrd="2" destOrd="0" presId="urn:microsoft.com/office/officeart/2005/8/layout/hProcess11"/>
    <dgm:cxn modelId="{B7C1A26B-7E66-4E7C-A57D-BFC7D17AD5C7}" type="presParOf" srcId="{3BE4BC9C-06DE-4E2C-BD05-F680315BAF66}" destId="{3BA3DD4C-B42F-471F-B187-18483C004CC8}" srcOrd="9" destOrd="0" presId="urn:microsoft.com/office/officeart/2005/8/layout/hProcess11"/>
    <dgm:cxn modelId="{9A065ACD-94D0-49DA-8653-D14144BC3C7E}" type="presParOf" srcId="{3BE4BC9C-06DE-4E2C-BD05-F680315BAF66}" destId="{4926C15F-D97F-49B1-B3D8-9C4E2FAF8B0B}" srcOrd="10" destOrd="0" presId="urn:microsoft.com/office/officeart/2005/8/layout/hProcess11"/>
    <dgm:cxn modelId="{8D4DCC52-7C4E-4697-B573-0C64BA441369}" type="presParOf" srcId="{4926C15F-D97F-49B1-B3D8-9C4E2FAF8B0B}" destId="{A374D2E2-8771-4A67-B12B-29B5473175DC}" srcOrd="0" destOrd="0" presId="urn:microsoft.com/office/officeart/2005/8/layout/hProcess11"/>
    <dgm:cxn modelId="{E95F36D9-AA1A-400B-B859-87976A72D545}" type="presParOf" srcId="{4926C15F-D97F-49B1-B3D8-9C4E2FAF8B0B}" destId="{3929FCBE-0C6E-42AA-AA3E-1D12279CF5BD}" srcOrd="1" destOrd="0" presId="urn:microsoft.com/office/officeart/2005/8/layout/hProcess11"/>
    <dgm:cxn modelId="{26E11D1A-534D-49B8-92C5-B9246CC6F9A5}" type="presParOf" srcId="{4926C15F-D97F-49B1-B3D8-9C4E2FAF8B0B}" destId="{5CAE09BD-1828-4916-AC0C-E518FE80BA22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710E94-FF54-4A50-AEBA-9EEBD8B4B00C}" type="doc">
      <dgm:prSet loTypeId="urn:microsoft.com/office/officeart/2005/8/layout/chevronAccent+Icon" loCatId="process" qsTypeId="urn:microsoft.com/office/officeart/2005/8/quickstyle/simple2" qsCatId="simple" csTypeId="urn:microsoft.com/office/officeart/2005/8/colors/colorful3" csCatId="colorful" phldr="1"/>
      <dgm:spPr/>
    </dgm:pt>
    <dgm:pt modelId="{AF7EBE38-B714-4E9E-BDDC-E81FD94B8CBA}">
      <dgm:prSet phldrT="[Text]"/>
      <dgm:spPr/>
      <dgm:t>
        <a:bodyPr/>
        <a:lstStyle/>
        <a:p>
          <a:r>
            <a:rPr lang="en-US" dirty="0" smtClean="0"/>
            <a:t>Research and planning</a:t>
          </a:r>
          <a:endParaRPr lang="en-US" dirty="0"/>
        </a:p>
      </dgm:t>
    </dgm:pt>
    <dgm:pt modelId="{A0E554E0-64A0-463B-8F79-CC46F3B134F7}" type="parTrans" cxnId="{5CDFFAA5-7007-4D14-9A1A-56AF5EB306B3}">
      <dgm:prSet/>
      <dgm:spPr/>
      <dgm:t>
        <a:bodyPr/>
        <a:lstStyle/>
        <a:p>
          <a:endParaRPr lang="en-US"/>
        </a:p>
      </dgm:t>
    </dgm:pt>
    <dgm:pt modelId="{7C94C1C0-4A7A-4FFE-9B02-D02CAD88751F}" type="sibTrans" cxnId="{5CDFFAA5-7007-4D14-9A1A-56AF5EB306B3}">
      <dgm:prSet/>
      <dgm:spPr/>
      <dgm:t>
        <a:bodyPr/>
        <a:lstStyle/>
        <a:p>
          <a:endParaRPr lang="en-US"/>
        </a:p>
      </dgm:t>
    </dgm:pt>
    <dgm:pt modelId="{2AF5B0D5-894D-4D96-8935-F303C35CF61F}">
      <dgm:prSet/>
      <dgm:spPr/>
      <dgm:t>
        <a:bodyPr/>
        <a:lstStyle/>
        <a:p>
          <a:r>
            <a:rPr lang="en-US" dirty="0" smtClean="0"/>
            <a:t>Simulation and testing</a:t>
          </a:r>
          <a:endParaRPr lang="en-US" dirty="0"/>
        </a:p>
      </dgm:t>
    </dgm:pt>
    <dgm:pt modelId="{3E2C3260-1388-471D-93B3-01E239C3DE87}" type="parTrans" cxnId="{AB44D631-4225-4C2C-A609-D67DE3F9784F}">
      <dgm:prSet/>
      <dgm:spPr/>
      <dgm:t>
        <a:bodyPr/>
        <a:lstStyle/>
        <a:p>
          <a:endParaRPr lang="en-US"/>
        </a:p>
      </dgm:t>
    </dgm:pt>
    <dgm:pt modelId="{D7CC57D1-DD6B-40EA-B9CE-7F879F799B41}" type="sibTrans" cxnId="{AB44D631-4225-4C2C-A609-D67DE3F9784F}">
      <dgm:prSet/>
      <dgm:spPr/>
      <dgm:t>
        <a:bodyPr/>
        <a:lstStyle/>
        <a:p>
          <a:endParaRPr lang="en-US"/>
        </a:p>
      </dgm:t>
    </dgm:pt>
    <dgm:pt modelId="{CBB2BD03-C15B-4567-A7C3-6803A80AF620}">
      <dgm:prSet/>
      <dgm:spPr/>
      <dgm:t>
        <a:bodyPr/>
        <a:lstStyle/>
        <a:p>
          <a:r>
            <a:rPr lang="en-US" dirty="0" smtClean="0"/>
            <a:t>Object detection with ML	</a:t>
          </a:r>
          <a:endParaRPr lang="en-US" dirty="0"/>
        </a:p>
      </dgm:t>
    </dgm:pt>
    <dgm:pt modelId="{0B9398C0-7C75-4362-8CE6-232D9E86797C}" type="parTrans" cxnId="{4FD74A24-33A9-44F2-8803-C9850105D7B7}">
      <dgm:prSet/>
      <dgm:spPr/>
      <dgm:t>
        <a:bodyPr/>
        <a:lstStyle/>
        <a:p>
          <a:endParaRPr lang="en-US"/>
        </a:p>
      </dgm:t>
    </dgm:pt>
    <dgm:pt modelId="{D7202848-FA3C-40C3-8A4B-C1497A0D8940}" type="sibTrans" cxnId="{4FD74A24-33A9-44F2-8803-C9850105D7B7}">
      <dgm:prSet/>
      <dgm:spPr/>
      <dgm:t>
        <a:bodyPr/>
        <a:lstStyle/>
        <a:p>
          <a:endParaRPr lang="en-US"/>
        </a:p>
      </dgm:t>
    </dgm:pt>
    <dgm:pt modelId="{47A65CF8-6C3C-481F-8F82-F453232BD3AC}">
      <dgm:prSet/>
      <dgm:spPr/>
      <dgm:t>
        <a:bodyPr/>
        <a:lstStyle/>
        <a:p>
          <a:r>
            <a:rPr lang="en-US" dirty="0" smtClean="0"/>
            <a:t>Prototype + demo</a:t>
          </a:r>
          <a:endParaRPr lang="en-US" dirty="0"/>
        </a:p>
      </dgm:t>
    </dgm:pt>
    <dgm:pt modelId="{188CE166-4E99-4771-90B7-13C28949F207}" type="parTrans" cxnId="{340BD57A-74B8-4FD2-8E3E-CD9FB81A8BCD}">
      <dgm:prSet/>
      <dgm:spPr/>
      <dgm:t>
        <a:bodyPr/>
        <a:lstStyle/>
        <a:p>
          <a:endParaRPr lang="en-US"/>
        </a:p>
      </dgm:t>
    </dgm:pt>
    <dgm:pt modelId="{C4956409-3341-49B9-AB0C-C0FA87D9591F}" type="sibTrans" cxnId="{340BD57A-74B8-4FD2-8E3E-CD9FB81A8BCD}">
      <dgm:prSet/>
      <dgm:spPr/>
      <dgm:t>
        <a:bodyPr/>
        <a:lstStyle/>
        <a:p>
          <a:endParaRPr lang="en-US"/>
        </a:p>
      </dgm:t>
    </dgm:pt>
    <dgm:pt modelId="{46DBFBF5-5489-4F66-A033-5D25EE060138}" type="pres">
      <dgm:prSet presAssocID="{BC710E94-FF54-4A50-AEBA-9EEBD8B4B00C}" presName="Name0" presStyleCnt="0">
        <dgm:presLayoutVars>
          <dgm:dir/>
          <dgm:resizeHandles val="exact"/>
        </dgm:presLayoutVars>
      </dgm:prSet>
      <dgm:spPr/>
    </dgm:pt>
    <dgm:pt modelId="{7EB4363D-36F8-4A26-ADE1-4536A59FE7B1}" type="pres">
      <dgm:prSet presAssocID="{AF7EBE38-B714-4E9E-BDDC-E81FD94B8CBA}" presName="composite" presStyleCnt="0"/>
      <dgm:spPr/>
    </dgm:pt>
    <dgm:pt modelId="{B1328069-BFA9-4844-A8BE-9EA9F8D5CFBE}" type="pres">
      <dgm:prSet presAssocID="{AF7EBE38-B714-4E9E-BDDC-E81FD94B8CBA}" presName="bgChev" presStyleLbl="node1" presStyleIdx="0" presStyleCnt="4"/>
      <dgm:spPr/>
    </dgm:pt>
    <dgm:pt modelId="{59FB4423-E4CC-439E-B5A9-7EC0D4E906C9}" type="pres">
      <dgm:prSet presAssocID="{AF7EBE38-B714-4E9E-BDDC-E81FD94B8CBA}" presName="txNode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39A4A3-F841-489F-BF15-C5AA55CA9DCD}" type="pres">
      <dgm:prSet presAssocID="{7C94C1C0-4A7A-4FFE-9B02-D02CAD88751F}" presName="compositeSpace" presStyleCnt="0"/>
      <dgm:spPr/>
    </dgm:pt>
    <dgm:pt modelId="{7B2F44F9-C757-4BD1-B09E-013DE18D7833}" type="pres">
      <dgm:prSet presAssocID="{2AF5B0D5-894D-4D96-8935-F303C35CF61F}" presName="composite" presStyleCnt="0"/>
      <dgm:spPr/>
    </dgm:pt>
    <dgm:pt modelId="{E82CBBAF-5774-47C0-B357-450F42475472}" type="pres">
      <dgm:prSet presAssocID="{2AF5B0D5-894D-4D96-8935-F303C35CF61F}" presName="bgChev" presStyleLbl="node1" presStyleIdx="1" presStyleCnt="4"/>
      <dgm:spPr/>
    </dgm:pt>
    <dgm:pt modelId="{BE854F4A-C48A-405E-BA86-CCA678A85F94}" type="pres">
      <dgm:prSet presAssocID="{2AF5B0D5-894D-4D96-8935-F303C35CF61F}" presName="txNode" presStyleLbl="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526E0F-DC91-41BC-8DF4-EDE73E6DBE53}" type="pres">
      <dgm:prSet presAssocID="{D7CC57D1-DD6B-40EA-B9CE-7F879F799B41}" presName="compositeSpace" presStyleCnt="0"/>
      <dgm:spPr/>
    </dgm:pt>
    <dgm:pt modelId="{1666D037-D65E-44B3-8B7C-5BFBC2E8A2BD}" type="pres">
      <dgm:prSet presAssocID="{CBB2BD03-C15B-4567-A7C3-6803A80AF620}" presName="composite" presStyleCnt="0"/>
      <dgm:spPr/>
    </dgm:pt>
    <dgm:pt modelId="{910E7678-0DA3-4096-9760-552CE8A9C163}" type="pres">
      <dgm:prSet presAssocID="{CBB2BD03-C15B-4567-A7C3-6803A80AF620}" presName="bgChev" presStyleLbl="node1" presStyleIdx="2" presStyleCnt="4"/>
      <dgm:spPr/>
    </dgm:pt>
    <dgm:pt modelId="{159494A0-1756-4BC7-A878-C68411FEC583}" type="pres">
      <dgm:prSet presAssocID="{CBB2BD03-C15B-4567-A7C3-6803A80AF620}" presName="txNode" presStyleLbl="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5C1311-88B7-40D1-B686-DEBD1FA1D94C}" type="pres">
      <dgm:prSet presAssocID="{D7202848-FA3C-40C3-8A4B-C1497A0D8940}" presName="compositeSpace" presStyleCnt="0"/>
      <dgm:spPr/>
    </dgm:pt>
    <dgm:pt modelId="{1ED97ECF-0771-4842-822D-431C328B85A7}" type="pres">
      <dgm:prSet presAssocID="{47A65CF8-6C3C-481F-8F82-F453232BD3AC}" presName="composite" presStyleCnt="0"/>
      <dgm:spPr/>
    </dgm:pt>
    <dgm:pt modelId="{842284E3-2FF1-4133-AA11-8C97EEA3A57C}" type="pres">
      <dgm:prSet presAssocID="{47A65CF8-6C3C-481F-8F82-F453232BD3AC}" presName="bgChev" presStyleLbl="node1" presStyleIdx="3" presStyleCnt="4"/>
      <dgm:spPr/>
    </dgm:pt>
    <dgm:pt modelId="{8AFD4C92-2A9D-48D3-953C-33688ECD848C}" type="pres">
      <dgm:prSet presAssocID="{47A65CF8-6C3C-481F-8F82-F453232BD3AC}" presName="txNode" presStyleLbl="fgAcc1" presStyleIdx="3" presStyleCnt="4">
        <dgm:presLayoutVars>
          <dgm:bulletEnabled val="1"/>
        </dgm:presLayoutVars>
      </dgm:prSet>
      <dgm:spPr/>
    </dgm:pt>
  </dgm:ptLst>
  <dgm:cxnLst>
    <dgm:cxn modelId="{CD7EB7F7-3DB3-472B-9DAE-A3C5CC3C15BE}" type="presOf" srcId="{BC710E94-FF54-4A50-AEBA-9EEBD8B4B00C}" destId="{46DBFBF5-5489-4F66-A033-5D25EE060138}" srcOrd="0" destOrd="0" presId="urn:microsoft.com/office/officeart/2005/8/layout/chevronAccent+Icon"/>
    <dgm:cxn modelId="{340BD57A-74B8-4FD2-8E3E-CD9FB81A8BCD}" srcId="{BC710E94-FF54-4A50-AEBA-9EEBD8B4B00C}" destId="{47A65CF8-6C3C-481F-8F82-F453232BD3AC}" srcOrd="3" destOrd="0" parTransId="{188CE166-4E99-4771-90B7-13C28949F207}" sibTransId="{C4956409-3341-49B9-AB0C-C0FA87D9591F}"/>
    <dgm:cxn modelId="{1ED38FCC-BCEC-4EF2-A9F0-04C3E9E42CAE}" type="presOf" srcId="{CBB2BD03-C15B-4567-A7C3-6803A80AF620}" destId="{159494A0-1756-4BC7-A878-C68411FEC583}" srcOrd="0" destOrd="0" presId="urn:microsoft.com/office/officeart/2005/8/layout/chevronAccent+Icon"/>
    <dgm:cxn modelId="{5CDFFAA5-7007-4D14-9A1A-56AF5EB306B3}" srcId="{BC710E94-FF54-4A50-AEBA-9EEBD8B4B00C}" destId="{AF7EBE38-B714-4E9E-BDDC-E81FD94B8CBA}" srcOrd="0" destOrd="0" parTransId="{A0E554E0-64A0-463B-8F79-CC46F3B134F7}" sibTransId="{7C94C1C0-4A7A-4FFE-9B02-D02CAD88751F}"/>
    <dgm:cxn modelId="{4FD74A24-33A9-44F2-8803-C9850105D7B7}" srcId="{BC710E94-FF54-4A50-AEBA-9EEBD8B4B00C}" destId="{CBB2BD03-C15B-4567-A7C3-6803A80AF620}" srcOrd="2" destOrd="0" parTransId="{0B9398C0-7C75-4362-8CE6-232D9E86797C}" sibTransId="{D7202848-FA3C-40C3-8A4B-C1497A0D8940}"/>
    <dgm:cxn modelId="{B7E3EB8E-81DE-4938-A685-66CC4F228162}" type="presOf" srcId="{47A65CF8-6C3C-481F-8F82-F453232BD3AC}" destId="{8AFD4C92-2A9D-48D3-953C-33688ECD848C}" srcOrd="0" destOrd="0" presId="urn:microsoft.com/office/officeart/2005/8/layout/chevronAccent+Icon"/>
    <dgm:cxn modelId="{29081784-82EC-427C-81BF-99846B268B69}" type="presOf" srcId="{AF7EBE38-B714-4E9E-BDDC-E81FD94B8CBA}" destId="{59FB4423-E4CC-439E-B5A9-7EC0D4E906C9}" srcOrd="0" destOrd="0" presId="urn:microsoft.com/office/officeart/2005/8/layout/chevronAccent+Icon"/>
    <dgm:cxn modelId="{00A594AB-F938-4DB1-9033-8CC9BFBFEAA2}" type="presOf" srcId="{2AF5B0D5-894D-4D96-8935-F303C35CF61F}" destId="{BE854F4A-C48A-405E-BA86-CCA678A85F94}" srcOrd="0" destOrd="0" presId="urn:microsoft.com/office/officeart/2005/8/layout/chevronAccent+Icon"/>
    <dgm:cxn modelId="{AB44D631-4225-4C2C-A609-D67DE3F9784F}" srcId="{BC710E94-FF54-4A50-AEBA-9EEBD8B4B00C}" destId="{2AF5B0D5-894D-4D96-8935-F303C35CF61F}" srcOrd="1" destOrd="0" parTransId="{3E2C3260-1388-471D-93B3-01E239C3DE87}" sibTransId="{D7CC57D1-DD6B-40EA-B9CE-7F879F799B41}"/>
    <dgm:cxn modelId="{7A8771BF-FF61-4380-831F-1C2D1F88AFE7}" type="presParOf" srcId="{46DBFBF5-5489-4F66-A033-5D25EE060138}" destId="{7EB4363D-36F8-4A26-ADE1-4536A59FE7B1}" srcOrd="0" destOrd="0" presId="urn:microsoft.com/office/officeart/2005/8/layout/chevronAccent+Icon"/>
    <dgm:cxn modelId="{C75781C8-28FA-4AEF-8391-D5036442FD57}" type="presParOf" srcId="{7EB4363D-36F8-4A26-ADE1-4536A59FE7B1}" destId="{B1328069-BFA9-4844-A8BE-9EA9F8D5CFBE}" srcOrd="0" destOrd="0" presId="urn:microsoft.com/office/officeart/2005/8/layout/chevronAccent+Icon"/>
    <dgm:cxn modelId="{F24D77F3-65B3-405E-B8C4-76669D950416}" type="presParOf" srcId="{7EB4363D-36F8-4A26-ADE1-4536A59FE7B1}" destId="{59FB4423-E4CC-439E-B5A9-7EC0D4E906C9}" srcOrd="1" destOrd="0" presId="urn:microsoft.com/office/officeart/2005/8/layout/chevronAccent+Icon"/>
    <dgm:cxn modelId="{4CF807DD-646A-4AA5-A59F-94FBD86A2D00}" type="presParOf" srcId="{46DBFBF5-5489-4F66-A033-5D25EE060138}" destId="{5639A4A3-F841-489F-BF15-C5AA55CA9DCD}" srcOrd="1" destOrd="0" presId="urn:microsoft.com/office/officeart/2005/8/layout/chevronAccent+Icon"/>
    <dgm:cxn modelId="{EE767FC8-88F2-472E-B88A-B06A4F953352}" type="presParOf" srcId="{46DBFBF5-5489-4F66-A033-5D25EE060138}" destId="{7B2F44F9-C757-4BD1-B09E-013DE18D7833}" srcOrd="2" destOrd="0" presId="urn:microsoft.com/office/officeart/2005/8/layout/chevronAccent+Icon"/>
    <dgm:cxn modelId="{50858137-59F9-415C-8FC6-9952E1B6ED85}" type="presParOf" srcId="{7B2F44F9-C757-4BD1-B09E-013DE18D7833}" destId="{E82CBBAF-5774-47C0-B357-450F42475472}" srcOrd="0" destOrd="0" presId="urn:microsoft.com/office/officeart/2005/8/layout/chevronAccent+Icon"/>
    <dgm:cxn modelId="{4FF49C4C-734F-45D1-AE51-0E1B03F21D6F}" type="presParOf" srcId="{7B2F44F9-C757-4BD1-B09E-013DE18D7833}" destId="{BE854F4A-C48A-405E-BA86-CCA678A85F94}" srcOrd="1" destOrd="0" presId="urn:microsoft.com/office/officeart/2005/8/layout/chevronAccent+Icon"/>
    <dgm:cxn modelId="{BA76E7A1-4A76-418D-80A8-874918CA7CEC}" type="presParOf" srcId="{46DBFBF5-5489-4F66-A033-5D25EE060138}" destId="{29526E0F-DC91-41BC-8DF4-EDE73E6DBE53}" srcOrd="3" destOrd="0" presId="urn:microsoft.com/office/officeart/2005/8/layout/chevronAccent+Icon"/>
    <dgm:cxn modelId="{09FC79A8-DDCB-49AE-95EC-91B721E4E9CA}" type="presParOf" srcId="{46DBFBF5-5489-4F66-A033-5D25EE060138}" destId="{1666D037-D65E-44B3-8B7C-5BFBC2E8A2BD}" srcOrd="4" destOrd="0" presId="urn:microsoft.com/office/officeart/2005/8/layout/chevronAccent+Icon"/>
    <dgm:cxn modelId="{B0D18238-A991-44F8-A9FE-D6497EC33A65}" type="presParOf" srcId="{1666D037-D65E-44B3-8B7C-5BFBC2E8A2BD}" destId="{910E7678-0DA3-4096-9760-552CE8A9C163}" srcOrd="0" destOrd="0" presId="urn:microsoft.com/office/officeart/2005/8/layout/chevronAccent+Icon"/>
    <dgm:cxn modelId="{021ED564-4260-4CCB-9D60-BE7DDF37F113}" type="presParOf" srcId="{1666D037-D65E-44B3-8B7C-5BFBC2E8A2BD}" destId="{159494A0-1756-4BC7-A878-C68411FEC583}" srcOrd="1" destOrd="0" presId="urn:microsoft.com/office/officeart/2005/8/layout/chevronAccent+Icon"/>
    <dgm:cxn modelId="{71B8A0AC-954F-4D6D-AA72-F044847DF513}" type="presParOf" srcId="{46DBFBF5-5489-4F66-A033-5D25EE060138}" destId="{CA5C1311-88B7-40D1-B686-DEBD1FA1D94C}" srcOrd="5" destOrd="0" presId="urn:microsoft.com/office/officeart/2005/8/layout/chevronAccent+Icon"/>
    <dgm:cxn modelId="{43941176-EEA3-4463-81BE-A46302814BD8}" type="presParOf" srcId="{46DBFBF5-5489-4F66-A033-5D25EE060138}" destId="{1ED97ECF-0771-4842-822D-431C328B85A7}" srcOrd="6" destOrd="0" presId="urn:microsoft.com/office/officeart/2005/8/layout/chevronAccent+Icon"/>
    <dgm:cxn modelId="{2561BB50-5401-423C-B1E8-7442A13BBC21}" type="presParOf" srcId="{1ED97ECF-0771-4842-822D-431C328B85A7}" destId="{842284E3-2FF1-4133-AA11-8C97EEA3A57C}" srcOrd="0" destOrd="0" presId="urn:microsoft.com/office/officeart/2005/8/layout/chevronAccent+Icon"/>
    <dgm:cxn modelId="{7226B148-2FA0-4596-BE10-37CB87BE8A93}" type="presParOf" srcId="{1ED97ECF-0771-4842-822D-431C328B85A7}" destId="{8AFD4C92-2A9D-48D3-953C-33688ECD848C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5311A-D266-49BD-9AF9-43F6A300C822}">
      <dsp:nvSpPr>
        <dsp:cNvPr id="0" name=""/>
        <dsp:cNvSpPr/>
      </dsp:nvSpPr>
      <dsp:spPr>
        <a:xfrm>
          <a:off x="1616438" y="0"/>
          <a:ext cx="2217185" cy="2217154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Lack of independence</a:t>
          </a:r>
          <a:endParaRPr lang="en-US" sz="1900" kern="1200" dirty="0"/>
        </a:p>
      </dsp:txBody>
      <dsp:txXfrm>
        <a:off x="1941137" y="324695"/>
        <a:ext cx="1567787" cy="1567764"/>
      </dsp:txXfrm>
    </dsp:sp>
    <dsp:sp modelId="{7041628C-02A2-49F1-ABB9-B6FD9B61713E}">
      <dsp:nvSpPr>
        <dsp:cNvPr id="0" name=""/>
        <dsp:cNvSpPr/>
      </dsp:nvSpPr>
      <dsp:spPr>
        <a:xfrm>
          <a:off x="2757644" y="1478718"/>
          <a:ext cx="2217185" cy="2217154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Obstacle hazards</a:t>
          </a:r>
          <a:endParaRPr lang="en-US" sz="1900" kern="1200" dirty="0"/>
        </a:p>
      </dsp:txBody>
      <dsp:txXfrm>
        <a:off x="3082343" y="1803413"/>
        <a:ext cx="1567787" cy="1567764"/>
      </dsp:txXfrm>
    </dsp:sp>
    <dsp:sp modelId="{1D630979-3AB2-471D-9CD3-A9D353AFDED1}">
      <dsp:nvSpPr>
        <dsp:cNvPr id="0" name=""/>
        <dsp:cNvSpPr/>
      </dsp:nvSpPr>
      <dsp:spPr>
        <a:xfrm>
          <a:off x="3897500" y="0"/>
          <a:ext cx="2217185" cy="2217154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Emergency situations</a:t>
          </a:r>
          <a:endParaRPr lang="en-US" sz="1900" kern="1200" dirty="0"/>
        </a:p>
      </dsp:txBody>
      <dsp:txXfrm>
        <a:off x="4222199" y="324695"/>
        <a:ext cx="1567787" cy="15677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04B01-D8A9-403B-99F9-7240DC1DAC4C}">
      <dsp:nvSpPr>
        <dsp:cNvPr id="0" name=""/>
        <dsp:cNvSpPr/>
      </dsp:nvSpPr>
      <dsp:spPr>
        <a:xfrm>
          <a:off x="1682500" y="882404"/>
          <a:ext cx="2647214" cy="2647214"/>
        </a:xfrm>
        <a:prstGeom prst="ellipse">
          <a:avLst/>
        </a:prstGeom>
        <a:solidFill>
          <a:schemeClr val="accent2"/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1AA6C7-5B28-4E42-B769-D4C450A29046}">
      <dsp:nvSpPr>
        <dsp:cNvPr id="0" name=""/>
        <dsp:cNvSpPr/>
      </dsp:nvSpPr>
      <dsp:spPr>
        <a:xfrm>
          <a:off x="2060831" y="1260735"/>
          <a:ext cx="1890552" cy="1890552"/>
        </a:xfrm>
        <a:prstGeom prst="ellipse">
          <a:avLst/>
        </a:prstGeom>
        <a:solidFill>
          <a:schemeClr val="accent1">
            <a:shade val="80000"/>
            <a:hueOff val="230872"/>
            <a:satOff val="-12527"/>
            <a:lumOff val="19569"/>
            <a:alphaOff val="0"/>
          </a:schemeClr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B838A6-2017-4C40-88BD-056C7CDE0EB1}">
      <dsp:nvSpPr>
        <dsp:cNvPr id="0" name=""/>
        <dsp:cNvSpPr/>
      </dsp:nvSpPr>
      <dsp:spPr>
        <a:xfrm>
          <a:off x="2438942" y="1638846"/>
          <a:ext cx="1134331" cy="1134331"/>
        </a:xfrm>
        <a:prstGeom prst="ellipse">
          <a:avLst/>
        </a:prstGeom>
        <a:solidFill>
          <a:schemeClr val="accent1">
            <a:shade val="80000"/>
            <a:hueOff val="115436"/>
            <a:satOff val="-6263"/>
            <a:lumOff val="9785"/>
            <a:alphaOff val="0"/>
          </a:schemeClr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E1F4B18-7B06-4AF9-BAB0-E08F721F2A0F}">
      <dsp:nvSpPr>
        <dsp:cNvPr id="0" name=""/>
        <dsp:cNvSpPr/>
      </dsp:nvSpPr>
      <dsp:spPr>
        <a:xfrm>
          <a:off x="2817052" y="2016956"/>
          <a:ext cx="378110" cy="378110"/>
        </a:xfrm>
        <a:prstGeom prst="ellipse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6D131BA-D8E0-4B3F-A482-ACA2098E076F}">
      <dsp:nvSpPr>
        <dsp:cNvPr id="0" name=""/>
        <dsp:cNvSpPr/>
      </dsp:nvSpPr>
      <dsp:spPr>
        <a:xfrm>
          <a:off x="4857249" y="19455"/>
          <a:ext cx="2960287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17780" bIns="1778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Detect nearby obstacles and read them out loud via a speaker</a:t>
          </a:r>
          <a:endParaRPr lang="en-US" sz="1400" kern="1200" dirty="0"/>
        </a:p>
      </dsp:txBody>
      <dsp:txXfrm>
        <a:off x="4857249" y="19455"/>
        <a:ext cx="2960287" cy="633125"/>
      </dsp:txXfrm>
    </dsp:sp>
    <dsp:sp modelId="{DCFAC8A0-1938-4D8D-ABE2-B6B3BB6CFF61}">
      <dsp:nvSpPr>
        <dsp:cNvPr id="0" name=""/>
        <dsp:cNvSpPr/>
      </dsp:nvSpPr>
      <dsp:spPr>
        <a:xfrm>
          <a:off x="4440015" y="316562"/>
          <a:ext cx="3309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6D46B41-311C-42E6-94F3-34D91FC619DE}">
      <dsp:nvSpPr>
        <dsp:cNvPr id="0" name=""/>
        <dsp:cNvSpPr/>
      </dsp:nvSpPr>
      <dsp:spPr>
        <a:xfrm rot="5400000">
          <a:off x="2776682" y="525030"/>
          <a:ext cx="1870698" cy="145596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81AE261-B5A7-4F21-B256-41402866BC4E}">
      <dsp:nvSpPr>
        <dsp:cNvPr id="0" name=""/>
        <dsp:cNvSpPr/>
      </dsp:nvSpPr>
      <dsp:spPr>
        <a:xfrm>
          <a:off x="4831220" y="642856"/>
          <a:ext cx="2898514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17780" bIns="1778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Detect water spills on the ground to avoid slipping</a:t>
          </a:r>
          <a:endParaRPr lang="en-US" sz="1400" kern="1200" dirty="0"/>
        </a:p>
      </dsp:txBody>
      <dsp:txXfrm>
        <a:off x="4831220" y="642856"/>
        <a:ext cx="2898514" cy="633125"/>
      </dsp:txXfrm>
    </dsp:sp>
    <dsp:sp modelId="{48F74C5A-D348-4D5A-AE64-A20E67FA0DA5}">
      <dsp:nvSpPr>
        <dsp:cNvPr id="0" name=""/>
        <dsp:cNvSpPr/>
      </dsp:nvSpPr>
      <dsp:spPr>
        <a:xfrm>
          <a:off x="4440015" y="949688"/>
          <a:ext cx="3309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A7CBF26-6F72-4EDC-A35E-64F1B52114C4}">
      <dsp:nvSpPr>
        <dsp:cNvPr id="0" name=""/>
        <dsp:cNvSpPr/>
      </dsp:nvSpPr>
      <dsp:spPr>
        <a:xfrm rot="5400000">
          <a:off x="3100524" y="1147787"/>
          <a:ext cx="1536266" cy="114050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6A521F1-ADF6-4EE6-ABCC-6EBE434E7A35}">
      <dsp:nvSpPr>
        <dsp:cNvPr id="0" name=""/>
        <dsp:cNvSpPr/>
      </dsp:nvSpPr>
      <dsp:spPr>
        <a:xfrm>
          <a:off x="4803742" y="1256526"/>
          <a:ext cx="2444728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17780" bIns="1778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Send GPS location in emergencies</a:t>
          </a:r>
          <a:endParaRPr lang="en-US" sz="1400" kern="1200" dirty="0"/>
        </a:p>
      </dsp:txBody>
      <dsp:txXfrm>
        <a:off x="4803742" y="1256526"/>
        <a:ext cx="2444728" cy="633125"/>
      </dsp:txXfrm>
    </dsp:sp>
    <dsp:sp modelId="{8D8907C9-09A4-4EA5-B911-A8BDD3AD3D2C}">
      <dsp:nvSpPr>
        <dsp:cNvPr id="0" name=""/>
        <dsp:cNvSpPr/>
      </dsp:nvSpPr>
      <dsp:spPr>
        <a:xfrm>
          <a:off x="4440015" y="1582813"/>
          <a:ext cx="3309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AC4B84B-B291-4F25-A2DB-EA7553EA9D3B}">
      <dsp:nvSpPr>
        <dsp:cNvPr id="0" name=""/>
        <dsp:cNvSpPr/>
      </dsp:nvSpPr>
      <dsp:spPr>
        <a:xfrm rot="5400000">
          <a:off x="3413999" y="1728189"/>
          <a:ext cx="1171833" cy="88019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02A7E92-5F6F-4F26-968B-818ED8056D70}">
      <dsp:nvSpPr>
        <dsp:cNvPr id="0" name=""/>
        <dsp:cNvSpPr/>
      </dsp:nvSpPr>
      <dsp:spPr>
        <a:xfrm>
          <a:off x="4825396" y="1899376"/>
          <a:ext cx="3121277" cy="63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17780" bIns="1778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Light up in the dark for safety</a:t>
          </a:r>
          <a:endParaRPr lang="en-US" sz="1400" kern="1200" dirty="0"/>
        </a:p>
      </dsp:txBody>
      <dsp:txXfrm>
        <a:off x="4825396" y="1899376"/>
        <a:ext cx="3121277" cy="633125"/>
      </dsp:txXfrm>
    </dsp:sp>
    <dsp:sp modelId="{35BA9839-E709-4D89-9BAC-A949F986D480}">
      <dsp:nvSpPr>
        <dsp:cNvPr id="0" name=""/>
        <dsp:cNvSpPr/>
      </dsp:nvSpPr>
      <dsp:spPr>
        <a:xfrm>
          <a:off x="4440015" y="2215938"/>
          <a:ext cx="3309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86816FB-ECF1-4B94-BB90-891274FDC7FE}">
      <dsp:nvSpPr>
        <dsp:cNvPr id="0" name=""/>
        <dsp:cNvSpPr/>
      </dsp:nvSpPr>
      <dsp:spPr>
        <a:xfrm rot="5400000">
          <a:off x="3728223" y="2310885"/>
          <a:ext cx="805459" cy="61503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C79EF9-C36D-49F8-86C5-D60F81BD1ADE}">
      <dsp:nvSpPr>
        <dsp:cNvPr id="0" name=""/>
        <dsp:cNvSpPr/>
      </dsp:nvSpPr>
      <dsp:spPr>
        <a:xfrm>
          <a:off x="0" y="944169"/>
          <a:ext cx="11089178" cy="1258893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1DBC3-24B1-486C-802D-3D061468C0D8}">
      <dsp:nvSpPr>
        <dsp:cNvPr id="0" name=""/>
        <dsp:cNvSpPr/>
      </dsp:nvSpPr>
      <dsp:spPr>
        <a:xfrm>
          <a:off x="2741" y="0"/>
          <a:ext cx="1595964" cy="1258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Sensors detect environment</a:t>
          </a:r>
          <a:endParaRPr lang="en-US" sz="1800" kern="1200" dirty="0"/>
        </a:p>
      </dsp:txBody>
      <dsp:txXfrm>
        <a:off x="2741" y="0"/>
        <a:ext cx="1595964" cy="1258893"/>
      </dsp:txXfrm>
    </dsp:sp>
    <dsp:sp modelId="{0A9E1421-C34E-4588-8C7D-DE14E6C98BCE}">
      <dsp:nvSpPr>
        <dsp:cNvPr id="0" name=""/>
        <dsp:cNvSpPr/>
      </dsp:nvSpPr>
      <dsp:spPr>
        <a:xfrm>
          <a:off x="643361" y="1416254"/>
          <a:ext cx="314723" cy="31472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E7C5F-CD16-40C2-9A87-23C3487818F8}">
      <dsp:nvSpPr>
        <dsp:cNvPr id="0" name=""/>
        <dsp:cNvSpPr/>
      </dsp:nvSpPr>
      <dsp:spPr>
        <a:xfrm>
          <a:off x="1678503" y="1888339"/>
          <a:ext cx="1595964" cy="1258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ESP32 processes input</a:t>
          </a:r>
          <a:endParaRPr lang="en-US" sz="1800" kern="1200" dirty="0"/>
        </a:p>
      </dsp:txBody>
      <dsp:txXfrm>
        <a:off x="1678503" y="1888339"/>
        <a:ext cx="1595964" cy="1258893"/>
      </dsp:txXfrm>
    </dsp:sp>
    <dsp:sp modelId="{09AFE8BB-AC13-475B-A8D1-DCB63C9C305F}">
      <dsp:nvSpPr>
        <dsp:cNvPr id="0" name=""/>
        <dsp:cNvSpPr/>
      </dsp:nvSpPr>
      <dsp:spPr>
        <a:xfrm>
          <a:off x="2319124" y="1416254"/>
          <a:ext cx="314723" cy="31472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CA40E-4FF6-4D86-B202-19C14878B39D}">
      <dsp:nvSpPr>
        <dsp:cNvPr id="0" name=""/>
        <dsp:cNvSpPr/>
      </dsp:nvSpPr>
      <dsp:spPr>
        <a:xfrm>
          <a:off x="3354266" y="0"/>
          <a:ext cx="1595964" cy="1258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Object identified, MP3 audio alert played</a:t>
          </a:r>
          <a:endParaRPr lang="en-US" sz="1800" kern="1200" dirty="0"/>
        </a:p>
      </dsp:txBody>
      <dsp:txXfrm>
        <a:off x="3354266" y="0"/>
        <a:ext cx="1595964" cy="1258893"/>
      </dsp:txXfrm>
    </dsp:sp>
    <dsp:sp modelId="{82190313-FA20-4208-B9FF-8D73138243BE}">
      <dsp:nvSpPr>
        <dsp:cNvPr id="0" name=""/>
        <dsp:cNvSpPr/>
      </dsp:nvSpPr>
      <dsp:spPr>
        <a:xfrm>
          <a:off x="3994887" y="1416254"/>
          <a:ext cx="314723" cy="31472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D1C95-E528-465C-B6A7-E0646E46A979}">
      <dsp:nvSpPr>
        <dsp:cNvPr id="0" name=""/>
        <dsp:cNvSpPr/>
      </dsp:nvSpPr>
      <dsp:spPr>
        <a:xfrm>
          <a:off x="5030029" y="1888339"/>
          <a:ext cx="1595964" cy="1258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Water detected -&gt; buzzer</a:t>
          </a:r>
          <a:endParaRPr lang="en-US" sz="1800" kern="1200" dirty="0"/>
        </a:p>
      </dsp:txBody>
      <dsp:txXfrm>
        <a:off x="5030029" y="1888339"/>
        <a:ext cx="1595964" cy="1258893"/>
      </dsp:txXfrm>
    </dsp:sp>
    <dsp:sp modelId="{53431B9B-ECA5-42F7-BFFE-0D40405A40DE}">
      <dsp:nvSpPr>
        <dsp:cNvPr id="0" name=""/>
        <dsp:cNvSpPr/>
      </dsp:nvSpPr>
      <dsp:spPr>
        <a:xfrm>
          <a:off x="5670649" y="1416254"/>
          <a:ext cx="314723" cy="31472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ED519-44B2-447D-9CC5-9B867D75F618}">
      <dsp:nvSpPr>
        <dsp:cNvPr id="0" name=""/>
        <dsp:cNvSpPr/>
      </dsp:nvSpPr>
      <dsp:spPr>
        <a:xfrm>
          <a:off x="6705791" y="0"/>
          <a:ext cx="1595964" cy="1258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Button pressed -&gt; GPS+SMS sent</a:t>
          </a:r>
          <a:endParaRPr lang="en-US" sz="1800" kern="1200" dirty="0"/>
        </a:p>
      </dsp:txBody>
      <dsp:txXfrm>
        <a:off x="6705791" y="0"/>
        <a:ext cx="1595964" cy="1258893"/>
      </dsp:txXfrm>
    </dsp:sp>
    <dsp:sp modelId="{C0A12EC1-C365-448D-81FB-9B31AED1AA2D}">
      <dsp:nvSpPr>
        <dsp:cNvPr id="0" name=""/>
        <dsp:cNvSpPr/>
      </dsp:nvSpPr>
      <dsp:spPr>
        <a:xfrm>
          <a:off x="7346412" y="1416254"/>
          <a:ext cx="314723" cy="31472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74D2E2-8771-4A67-B12B-29B5473175DC}">
      <dsp:nvSpPr>
        <dsp:cNvPr id="0" name=""/>
        <dsp:cNvSpPr/>
      </dsp:nvSpPr>
      <dsp:spPr>
        <a:xfrm>
          <a:off x="8381554" y="1888339"/>
          <a:ext cx="1595964" cy="1258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Nighttime -&gt; LED turns on</a:t>
          </a:r>
          <a:endParaRPr lang="en-US" sz="1800" kern="1200" dirty="0"/>
        </a:p>
      </dsp:txBody>
      <dsp:txXfrm>
        <a:off x="8381554" y="1888339"/>
        <a:ext cx="1595964" cy="1258893"/>
      </dsp:txXfrm>
    </dsp:sp>
    <dsp:sp modelId="{3929FCBE-0C6E-42AA-AA3E-1D12279CF5BD}">
      <dsp:nvSpPr>
        <dsp:cNvPr id="0" name=""/>
        <dsp:cNvSpPr/>
      </dsp:nvSpPr>
      <dsp:spPr>
        <a:xfrm>
          <a:off x="9022175" y="1416254"/>
          <a:ext cx="314723" cy="31472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28069-BFA9-4844-A8BE-9EA9F8D5CFBE}">
      <dsp:nvSpPr>
        <dsp:cNvPr id="0" name=""/>
        <dsp:cNvSpPr/>
      </dsp:nvSpPr>
      <dsp:spPr>
        <a:xfrm>
          <a:off x="4782" y="1005595"/>
          <a:ext cx="2251121" cy="868932"/>
        </a:xfrm>
        <a:prstGeom prst="chevron">
          <a:avLst>
            <a:gd name="adj" fmla="val 4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FB4423-E4CC-439E-B5A9-7EC0D4E906C9}">
      <dsp:nvSpPr>
        <dsp:cNvPr id="0" name=""/>
        <dsp:cNvSpPr/>
      </dsp:nvSpPr>
      <dsp:spPr>
        <a:xfrm>
          <a:off x="605081" y="1222828"/>
          <a:ext cx="1900947" cy="8689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Research and planning</a:t>
          </a:r>
          <a:endParaRPr lang="en-US" sz="1800" kern="1200" dirty="0"/>
        </a:p>
      </dsp:txBody>
      <dsp:txXfrm>
        <a:off x="630531" y="1248278"/>
        <a:ext cx="1850047" cy="818032"/>
      </dsp:txXfrm>
    </dsp:sp>
    <dsp:sp modelId="{E82CBBAF-5774-47C0-B357-450F42475472}">
      <dsp:nvSpPr>
        <dsp:cNvPr id="0" name=""/>
        <dsp:cNvSpPr/>
      </dsp:nvSpPr>
      <dsp:spPr>
        <a:xfrm>
          <a:off x="2576063" y="1005595"/>
          <a:ext cx="2251121" cy="868932"/>
        </a:xfrm>
        <a:prstGeom prst="chevron">
          <a:avLst>
            <a:gd name="adj" fmla="val 40000"/>
          </a:avLst>
        </a:prstGeom>
        <a:solidFill>
          <a:schemeClr val="accent3">
            <a:hueOff val="486707"/>
            <a:satOff val="-9055"/>
            <a:lumOff val="-2745"/>
            <a:alphaOff val="0"/>
          </a:schemeClr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854F4A-C48A-405E-BA86-CCA678A85F94}">
      <dsp:nvSpPr>
        <dsp:cNvPr id="0" name=""/>
        <dsp:cNvSpPr/>
      </dsp:nvSpPr>
      <dsp:spPr>
        <a:xfrm>
          <a:off x="3176362" y="1222828"/>
          <a:ext cx="1900947" cy="8689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486707"/>
              <a:satOff val="-9055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Simulation and testing</a:t>
          </a:r>
          <a:endParaRPr lang="en-US" sz="1800" kern="1200" dirty="0"/>
        </a:p>
      </dsp:txBody>
      <dsp:txXfrm>
        <a:off x="3201812" y="1248278"/>
        <a:ext cx="1850047" cy="818032"/>
      </dsp:txXfrm>
    </dsp:sp>
    <dsp:sp modelId="{910E7678-0DA3-4096-9760-552CE8A9C163}">
      <dsp:nvSpPr>
        <dsp:cNvPr id="0" name=""/>
        <dsp:cNvSpPr/>
      </dsp:nvSpPr>
      <dsp:spPr>
        <a:xfrm>
          <a:off x="5147344" y="1005595"/>
          <a:ext cx="2251121" cy="868932"/>
        </a:xfrm>
        <a:prstGeom prst="chevron">
          <a:avLst>
            <a:gd name="adj" fmla="val 40000"/>
          </a:avLst>
        </a:prstGeom>
        <a:solidFill>
          <a:schemeClr val="accent3">
            <a:hueOff val="973413"/>
            <a:satOff val="-18109"/>
            <a:lumOff val="-5490"/>
            <a:alphaOff val="0"/>
          </a:schemeClr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9494A0-1756-4BC7-A878-C68411FEC583}">
      <dsp:nvSpPr>
        <dsp:cNvPr id="0" name=""/>
        <dsp:cNvSpPr/>
      </dsp:nvSpPr>
      <dsp:spPr>
        <a:xfrm>
          <a:off x="5747644" y="1222828"/>
          <a:ext cx="1900947" cy="8689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973413"/>
              <a:satOff val="-18109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Object detection with ML	</a:t>
          </a:r>
          <a:endParaRPr lang="en-US" sz="1800" kern="1200" dirty="0"/>
        </a:p>
      </dsp:txBody>
      <dsp:txXfrm>
        <a:off x="5773094" y="1248278"/>
        <a:ext cx="1850047" cy="818032"/>
      </dsp:txXfrm>
    </dsp:sp>
    <dsp:sp modelId="{842284E3-2FF1-4133-AA11-8C97EEA3A57C}">
      <dsp:nvSpPr>
        <dsp:cNvPr id="0" name=""/>
        <dsp:cNvSpPr/>
      </dsp:nvSpPr>
      <dsp:spPr>
        <a:xfrm>
          <a:off x="7718626" y="1005595"/>
          <a:ext cx="2251121" cy="868932"/>
        </a:xfrm>
        <a:prstGeom prst="chevron">
          <a:avLst>
            <a:gd name="adj" fmla="val 40000"/>
          </a:avLst>
        </a:prstGeom>
        <a:solidFill>
          <a:schemeClr val="accent3">
            <a:hueOff val="1460120"/>
            <a:satOff val="-27164"/>
            <a:lumOff val="-8235"/>
            <a:alphaOff val="0"/>
          </a:schemeClr>
        </a:solidFill>
        <a:ln w="317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FD4C92-2A9D-48D3-953C-33688ECD848C}">
      <dsp:nvSpPr>
        <dsp:cNvPr id="0" name=""/>
        <dsp:cNvSpPr/>
      </dsp:nvSpPr>
      <dsp:spPr>
        <a:xfrm>
          <a:off x="8318925" y="1222828"/>
          <a:ext cx="1900947" cy="8689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460120"/>
              <a:satOff val="-27164"/>
              <a:lumOff val="-8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Prototype + demo</a:t>
          </a:r>
          <a:endParaRPr lang="en-US" sz="1800" kern="1200" dirty="0"/>
        </a:p>
      </dsp:txBody>
      <dsp:txXfrm>
        <a:off x="8344375" y="1248278"/>
        <a:ext cx="1850047" cy="8180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5F815-ACAD-44A5-83DC-B751FA666F60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BFB2B-14AB-4D9C-BDDF-4EFC88831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6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Today we’re introducing our smart cane project : a smart assistive device designed to help visually impaired individuals navigate independently and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BFB2B-14AB-4D9C-BDDF-4EFC888313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80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We're motivated by real challenges visually impaired people face daily :</a:t>
            </a:r>
          </a:p>
          <a:p>
            <a:pPr marL="228600" indent="-228600">
              <a:buAutoNum type="arabicPeriod"/>
            </a:pPr>
            <a:r>
              <a:rPr lang="en-US" dirty="0" smtClean="0"/>
              <a:t>difficulty avoiding unseen obstacles</a:t>
            </a:r>
          </a:p>
          <a:p>
            <a:pPr marL="228600" indent="-228600">
              <a:buAutoNum type="arabicPeriod"/>
            </a:pPr>
            <a:r>
              <a:rPr lang="en-US" dirty="0" smtClean="0"/>
              <a:t>risks from water puddles and slipping</a:t>
            </a:r>
          </a:p>
          <a:p>
            <a:pPr marL="228600" indent="-228600">
              <a:buAutoNum type="arabicPeriod"/>
            </a:pPr>
            <a:r>
              <a:rPr lang="en-US" dirty="0" smtClean="0"/>
              <a:t>inability to ask for direct help in emergencies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BFB2B-14AB-4D9C-BDDF-4EFC888313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79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device integrates sensors and smart modules to create a full assistive experience, unlike traditional canes which only offer physical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BFB2B-14AB-4D9C-BDDF-4EFC888313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89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reviewed several assistive canes. Most lacked one or more essential features. Our solution brings these missing elements together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0BFB2B-14AB-4D9C-BDDF-4EFC888313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6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4/24/2025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961804"/>
            <a:ext cx="8991600" cy="2070860"/>
          </a:xfrm>
        </p:spPr>
        <p:txBody>
          <a:bodyPr>
            <a:normAutofit/>
          </a:bodyPr>
          <a:lstStyle/>
          <a:p>
            <a:r>
              <a:rPr lang="en-US" sz="3100" dirty="0" smtClean="0"/>
              <a:t>Smart cane </a:t>
            </a:r>
            <a:r>
              <a:rPr lang="en-US" sz="3100" dirty="0" smtClean="0"/>
              <a:t>for the visually impaired</a:t>
            </a:r>
            <a:br>
              <a:rPr lang="en-US" sz="3100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An AI-powered multi-sensor assistive device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</a:t>
            </a:r>
            <a:r>
              <a:rPr lang="en-US" dirty="0" smtClean="0"/>
              <a:t>1- 26 April 2025</a:t>
            </a:r>
          </a:p>
          <a:p>
            <a:r>
              <a:rPr lang="en-US" b="1" dirty="0" smtClean="0"/>
              <a:t>Presented by : Serena </a:t>
            </a:r>
            <a:r>
              <a:rPr lang="en-US" b="1" dirty="0" err="1" smtClean="0"/>
              <a:t>Haidar</a:t>
            </a:r>
            <a:r>
              <a:rPr lang="en-US" b="1" dirty="0" smtClean="0"/>
              <a:t>, </a:t>
            </a:r>
            <a:r>
              <a:rPr lang="en-US" b="1" dirty="0" err="1" smtClean="0"/>
              <a:t>Zein</a:t>
            </a:r>
            <a:r>
              <a:rPr lang="en-US" b="1" dirty="0" smtClean="0"/>
              <a:t> Attar, Ali </a:t>
            </a:r>
            <a:r>
              <a:rPr lang="en-US" b="1" dirty="0" err="1" smtClean="0"/>
              <a:t>Yazbeck</a:t>
            </a:r>
            <a:endParaRPr lang="en-US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033" y="-90971"/>
            <a:ext cx="3308465" cy="171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44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034645"/>
              </p:ext>
            </p:extLst>
          </p:nvPr>
        </p:nvGraphicFramePr>
        <p:xfrm>
          <a:off x="2230438" y="2638425"/>
          <a:ext cx="7731125" cy="3695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705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</a:t>
            </a:r>
            <a:endParaRPr lang="en-US" dirty="0"/>
          </a:p>
        </p:txBody>
      </p:sp>
      <p:graphicFrame>
        <p:nvGraphicFramePr>
          <p:cNvPr id="4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970805"/>
              </p:ext>
            </p:extLst>
          </p:nvPr>
        </p:nvGraphicFramePr>
        <p:xfrm>
          <a:off x="2231136" y="2628697"/>
          <a:ext cx="8675860" cy="3529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0922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390096"/>
              </p:ext>
            </p:extLst>
          </p:nvPr>
        </p:nvGraphicFramePr>
        <p:xfrm>
          <a:off x="2230438" y="2638423"/>
          <a:ext cx="7731126" cy="39305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65563">
                  <a:extLst>
                    <a:ext uri="{9D8B030D-6E8A-4147-A177-3AD203B41FA5}">
                      <a16:colId xmlns:a16="http://schemas.microsoft.com/office/drawing/2014/main" val="3999697554"/>
                    </a:ext>
                  </a:extLst>
                </a:gridCol>
                <a:gridCol w="3865563">
                  <a:extLst>
                    <a:ext uri="{9D8B030D-6E8A-4147-A177-3AD203B41FA5}">
                      <a16:colId xmlns:a16="http://schemas.microsoft.com/office/drawing/2014/main" val="1943361767"/>
                    </a:ext>
                  </a:extLst>
                </a:gridCol>
              </a:tblGrid>
              <a:tr h="6631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Feature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650074"/>
                  </a:ext>
                </a:extLst>
              </a:tr>
              <a:tr h="533166">
                <a:tc>
                  <a:txBody>
                    <a:bodyPr/>
                    <a:lstStyle/>
                    <a:p>
                      <a:r>
                        <a:rPr lang="en-US" smtClean="0"/>
                        <a:t>Object Detection (ESP32-CAM + ML)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Identify objects &amp; read names aloud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794822"/>
                  </a:ext>
                </a:extLst>
              </a:tr>
              <a:tr h="533166">
                <a:tc>
                  <a:txBody>
                    <a:bodyPr/>
                    <a:lstStyle/>
                    <a:p>
                      <a:r>
                        <a:rPr lang="en-US" dirty="0" smtClean="0"/>
                        <a:t>Ultrasonic Sensors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Detect obstacles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924767"/>
                  </a:ext>
                </a:extLst>
              </a:tr>
              <a:tr h="533166">
                <a:tc>
                  <a:txBody>
                    <a:bodyPr/>
                    <a:lstStyle/>
                    <a:p>
                      <a:r>
                        <a:rPr lang="en-US" dirty="0" smtClean="0"/>
                        <a:t>Water Sensor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Detect puddles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829543"/>
                  </a:ext>
                </a:extLst>
              </a:tr>
              <a:tr h="533166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DFPlayer</a:t>
                      </a:r>
                      <a:r>
                        <a:rPr lang="en-US" dirty="0" smtClean="0"/>
                        <a:t> Mini + Speaker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Voice alerts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600505"/>
                  </a:ext>
                </a:extLst>
              </a:tr>
              <a:tr h="533166">
                <a:tc>
                  <a:txBody>
                    <a:bodyPr/>
                    <a:lstStyle/>
                    <a:p>
                      <a:r>
                        <a:rPr lang="en-US" dirty="0" smtClean="0"/>
                        <a:t>GSM + GPS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Emergency SMS with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392443"/>
                  </a:ext>
                </a:extLst>
              </a:tr>
              <a:tr h="533166">
                <a:tc>
                  <a:txBody>
                    <a:bodyPr/>
                    <a:lstStyle/>
                    <a:p>
                      <a:r>
                        <a:rPr lang="en-US" dirty="0" smtClean="0"/>
                        <a:t>LDR + LED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Visibility in</a:t>
                      </a:r>
                      <a:r>
                        <a:rPr lang="en-US" baseline="0" dirty="0" smtClean="0"/>
                        <a:t> the dark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01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86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input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ESP32-CAM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Ultrasonic sensors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Water sensor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18650 </a:t>
            </a:r>
            <a:r>
              <a:rPr lang="en-US" dirty="0"/>
              <a:t>Battery + TP4056 </a:t>
            </a:r>
            <a:r>
              <a:rPr lang="en-US" dirty="0" smtClean="0"/>
              <a:t>charger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 err="1"/>
              <a:t>DFPlayer</a:t>
            </a:r>
            <a:r>
              <a:rPr lang="en-US" dirty="0"/>
              <a:t> Mini + </a:t>
            </a:r>
            <a:r>
              <a:rPr lang="en-US" dirty="0" err="1"/>
              <a:t>microSD</a:t>
            </a:r>
            <a:r>
              <a:rPr lang="en-US" dirty="0"/>
              <a:t> + </a:t>
            </a:r>
            <a:r>
              <a:rPr lang="en-US" dirty="0" smtClean="0"/>
              <a:t>speaker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SIM800L GSM + NEO-6M </a:t>
            </a:r>
            <a:r>
              <a:rPr lang="en-US" dirty="0" smtClean="0"/>
              <a:t>GPS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Push Button, LDR, </a:t>
            </a:r>
            <a:r>
              <a:rPr lang="en-US" dirty="0" smtClean="0"/>
              <a:t>LED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output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03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052793"/>
              </p:ext>
            </p:extLst>
          </p:nvPr>
        </p:nvGraphicFramePr>
        <p:xfrm>
          <a:off x="631767" y="2638425"/>
          <a:ext cx="11089178" cy="3147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670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 Projects Reviewed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1959078"/>
              </p:ext>
            </p:extLst>
          </p:nvPr>
        </p:nvGraphicFramePr>
        <p:xfrm>
          <a:off x="2230438" y="2638425"/>
          <a:ext cx="7731126" cy="2814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042">
                  <a:extLst>
                    <a:ext uri="{9D8B030D-6E8A-4147-A177-3AD203B41FA5}">
                      <a16:colId xmlns:a16="http://schemas.microsoft.com/office/drawing/2014/main" val="736516156"/>
                    </a:ext>
                  </a:extLst>
                </a:gridCol>
                <a:gridCol w="2577042">
                  <a:extLst>
                    <a:ext uri="{9D8B030D-6E8A-4147-A177-3AD203B41FA5}">
                      <a16:colId xmlns:a16="http://schemas.microsoft.com/office/drawing/2014/main" val="1100525393"/>
                    </a:ext>
                  </a:extLst>
                </a:gridCol>
                <a:gridCol w="2577042">
                  <a:extLst>
                    <a:ext uri="{9D8B030D-6E8A-4147-A177-3AD203B41FA5}">
                      <a16:colId xmlns:a16="http://schemas.microsoft.com/office/drawing/2014/main" val="570423954"/>
                    </a:ext>
                  </a:extLst>
                </a:gridCol>
              </a:tblGrid>
              <a:tr h="703681">
                <a:tc>
                  <a:txBody>
                    <a:bodyPr/>
                    <a:lstStyle/>
                    <a:p>
                      <a:r>
                        <a:rPr lang="en-US" dirty="0" smtClean="0"/>
                        <a:t>PROJECT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LACKS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FEEDBACK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464946"/>
                  </a:ext>
                </a:extLst>
              </a:tr>
              <a:tr h="70368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SmartCane</a:t>
                      </a:r>
                      <a:r>
                        <a:rPr lang="en-US" baseline="0" dirty="0" smtClean="0"/>
                        <a:t> (IIT)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GPS, no voice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Positive on safety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104131"/>
                  </a:ext>
                </a:extLst>
              </a:tr>
              <a:tr h="703681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XploR</a:t>
                      </a:r>
                      <a:r>
                        <a:rPr lang="en-US" dirty="0" smtClean="0"/>
                        <a:t> Cane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hazard alerts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functionality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328447"/>
                  </a:ext>
                </a:extLst>
              </a:tr>
              <a:tr h="703681">
                <a:tc>
                  <a:txBody>
                    <a:bodyPr/>
                    <a:lstStyle/>
                    <a:p>
                      <a:r>
                        <a:rPr lang="en-US" dirty="0" smtClean="0"/>
                        <a:t>Chest-Cam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audio, no GPS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Useful but complex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437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3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our solution is better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Gill Sans MT" panose="020B0502020104020203" pitchFamily="34" charset="0"/>
              <a:buChar char="◊"/>
            </a:pPr>
            <a:r>
              <a:rPr lang="en-US" dirty="0" smtClean="0"/>
              <a:t>Offline </a:t>
            </a:r>
            <a:r>
              <a:rPr lang="en-US" dirty="0"/>
              <a:t>AI object recognition</a:t>
            </a:r>
          </a:p>
          <a:p>
            <a:pPr>
              <a:buFont typeface="Gill Sans MT" panose="020B0502020104020203" pitchFamily="34" charset="0"/>
              <a:buChar char="◊"/>
            </a:pPr>
            <a:r>
              <a:rPr lang="en-US" dirty="0" smtClean="0"/>
              <a:t>Voice </a:t>
            </a:r>
            <a:r>
              <a:rPr lang="en-US" dirty="0"/>
              <a:t>feedback, not just vibration</a:t>
            </a:r>
          </a:p>
          <a:p>
            <a:pPr>
              <a:buFont typeface="Gill Sans MT" panose="020B0502020104020203" pitchFamily="34" charset="0"/>
              <a:buChar char="◊"/>
            </a:pPr>
            <a:r>
              <a:rPr lang="en-US" dirty="0" smtClean="0"/>
              <a:t>Water </a:t>
            </a:r>
            <a:r>
              <a:rPr lang="en-US" dirty="0"/>
              <a:t>detection — rare in similar canes</a:t>
            </a:r>
          </a:p>
          <a:p>
            <a:pPr>
              <a:buFont typeface="Gill Sans MT" panose="020B0502020104020203" pitchFamily="34" charset="0"/>
              <a:buChar char="◊"/>
            </a:pPr>
            <a:r>
              <a:rPr lang="en-US" dirty="0" smtClean="0"/>
              <a:t>Emergency </a:t>
            </a:r>
            <a:r>
              <a:rPr lang="en-US" dirty="0"/>
              <a:t>SMS with location</a:t>
            </a:r>
          </a:p>
          <a:p>
            <a:pPr>
              <a:buFont typeface="Gill Sans MT" panose="020B0502020104020203" pitchFamily="34" charset="0"/>
              <a:buChar char="◊"/>
            </a:pPr>
            <a:r>
              <a:rPr lang="en-US" dirty="0" smtClean="0"/>
              <a:t>Affordable </a:t>
            </a:r>
            <a:r>
              <a:rPr lang="en-US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43294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6433797"/>
              </p:ext>
            </p:extLst>
          </p:nvPr>
        </p:nvGraphicFramePr>
        <p:xfrm>
          <a:off x="1147156" y="2638425"/>
          <a:ext cx="10224655" cy="3097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2499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8018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75</TotalTime>
  <Words>347</Words>
  <Application>Microsoft Office PowerPoint</Application>
  <PresentationFormat>Widescreen</PresentationFormat>
  <Paragraphs>80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Gill Sans MT</vt:lpstr>
      <vt:lpstr>Wingdings</vt:lpstr>
      <vt:lpstr>Parcel</vt:lpstr>
      <vt:lpstr>Smart cane for the visually impaired  An AI-powered multi-sensor assistive device</vt:lpstr>
      <vt:lpstr>MOTIVATION</vt:lpstr>
      <vt:lpstr>goals</vt:lpstr>
      <vt:lpstr>FEATURES</vt:lpstr>
      <vt:lpstr>components</vt:lpstr>
      <vt:lpstr>HOW IT WORKS</vt:lpstr>
      <vt:lpstr>Similar Projects Reviewed</vt:lpstr>
      <vt:lpstr>why our solution is better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Serena Haidar</dc:creator>
  <cp:lastModifiedBy>Serena Haidar</cp:lastModifiedBy>
  <cp:revision>26</cp:revision>
  <dcterms:created xsi:type="dcterms:W3CDTF">2025-04-24T11:20:47Z</dcterms:created>
  <dcterms:modified xsi:type="dcterms:W3CDTF">2025-04-24T16:27:31Z</dcterms:modified>
</cp:coreProperties>
</file>