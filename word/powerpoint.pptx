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media/image10.jpg" ContentType="image/png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6" r:id="rId2"/>
    <p:sldId id="257" r:id="rId3"/>
    <p:sldId id="276" r:id="rId4"/>
    <p:sldId id="280" r:id="rId5"/>
    <p:sldId id="281" r:id="rId6"/>
    <p:sldId id="282" r:id="rId7"/>
    <p:sldId id="283" r:id="rId8"/>
    <p:sldId id="284" r:id="rId9"/>
    <p:sldId id="262" r:id="rId10"/>
    <p:sldId id="292" r:id="rId11"/>
    <p:sldId id="293" r:id="rId12"/>
    <p:sldId id="263" r:id="rId13"/>
    <p:sldId id="285" r:id="rId14"/>
    <p:sldId id="296" r:id="rId15"/>
    <p:sldId id="295" r:id="rId16"/>
    <p:sldId id="290" r:id="rId17"/>
    <p:sldId id="287" r:id="rId18"/>
    <p:sldId id="294" r:id="rId19"/>
    <p:sldId id="264" r:id="rId20"/>
    <p:sldId id="266" r:id="rId21"/>
    <p:sldId id="278" r:id="rId22"/>
    <p:sldId id="279" r:id="rId23"/>
    <p:sldId id="270" r:id="rId24"/>
    <p:sldId id="271" r:id="rId25"/>
    <p:sldId id="272" r:id="rId26"/>
    <p:sldId id="273" r:id="rId27"/>
    <p:sldId id="274" r:id="rId28"/>
    <p:sldId id="275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367C"/>
    <a:srgbClr val="208222"/>
    <a:srgbClr val="A9DA74"/>
    <a:srgbClr val="70C751"/>
    <a:srgbClr val="2A5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5538D8-2479-4997-BA2E-4ACC58E11B8D}" type="doc">
      <dgm:prSet loTypeId="urn:microsoft.com/office/officeart/2005/8/layout/chart3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D1AB685-D182-404E-8DB1-A47C0992BF2A}">
      <dgm:prSet custT="1"/>
      <dgm:spPr/>
      <dgm:t>
        <a:bodyPr/>
        <a:lstStyle/>
        <a:p>
          <a:pPr rtl="0"/>
          <a:r>
            <a:rPr lang="en-US" sz="1050" dirty="0" smtClean="0"/>
            <a:t>Combine sensors with embedded systems for real-time feedback</a:t>
          </a:r>
          <a:endParaRPr lang="en-US" sz="1050" dirty="0"/>
        </a:p>
      </dgm:t>
    </dgm:pt>
    <dgm:pt modelId="{D919AF9E-AA97-4B34-A8F5-AC04DE7A1CE9}" type="parTrans" cxnId="{E4198748-5617-4BF6-AA42-D70E1C48D394}">
      <dgm:prSet/>
      <dgm:spPr/>
      <dgm:t>
        <a:bodyPr/>
        <a:lstStyle/>
        <a:p>
          <a:endParaRPr lang="en-US"/>
        </a:p>
      </dgm:t>
    </dgm:pt>
    <dgm:pt modelId="{151E15C8-7CBC-4FC1-8B05-C9B34216058E}" type="sibTrans" cxnId="{E4198748-5617-4BF6-AA42-D70E1C48D394}">
      <dgm:prSet/>
      <dgm:spPr/>
      <dgm:t>
        <a:bodyPr/>
        <a:lstStyle/>
        <a:p>
          <a:endParaRPr lang="en-US"/>
        </a:p>
      </dgm:t>
    </dgm:pt>
    <dgm:pt modelId="{C643DDCE-63F5-49A9-A2DB-753AF33D38D5}">
      <dgm:prSet custT="1"/>
      <dgm:spPr/>
      <dgm:t>
        <a:bodyPr/>
        <a:lstStyle/>
        <a:p>
          <a:pPr rtl="0"/>
          <a:r>
            <a:rPr lang="en-US" sz="1050" dirty="0" smtClean="0"/>
            <a:t>Add GPS and emergency functions</a:t>
          </a:r>
          <a:endParaRPr lang="en-US" sz="1050" dirty="0"/>
        </a:p>
      </dgm:t>
    </dgm:pt>
    <dgm:pt modelId="{4A45BDB2-B6D4-4426-8BE7-0D4FFDE82A74}" type="parTrans" cxnId="{F9B3B1AE-F2B0-481F-ACA9-8E3B7FA14517}">
      <dgm:prSet/>
      <dgm:spPr/>
      <dgm:t>
        <a:bodyPr/>
        <a:lstStyle/>
        <a:p>
          <a:endParaRPr lang="en-US"/>
        </a:p>
      </dgm:t>
    </dgm:pt>
    <dgm:pt modelId="{B52AD834-B48C-40A0-939C-14E82D0ABD8D}" type="sibTrans" cxnId="{F9B3B1AE-F2B0-481F-ACA9-8E3B7FA14517}">
      <dgm:prSet/>
      <dgm:spPr/>
      <dgm:t>
        <a:bodyPr/>
        <a:lstStyle/>
        <a:p>
          <a:endParaRPr lang="en-US"/>
        </a:p>
      </dgm:t>
    </dgm:pt>
    <dgm:pt modelId="{C95261DE-0244-4005-8AC6-36795CD5A4E9}">
      <dgm:prSet custT="1"/>
      <dgm:spPr/>
      <dgm:t>
        <a:bodyPr/>
        <a:lstStyle/>
        <a:p>
          <a:pPr rtl="0"/>
          <a:r>
            <a:rPr lang="en-US" sz="1050" dirty="0" smtClean="0"/>
            <a:t>Affordable and easy to maintain</a:t>
          </a:r>
          <a:endParaRPr lang="en-US" sz="1050" dirty="0"/>
        </a:p>
      </dgm:t>
    </dgm:pt>
    <dgm:pt modelId="{F4D00817-4B9C-462A-B6CD-89DC86C6F18F}" type="parTrans" cxnId="{50F83172-07F4-447F-9CD7-6FF18E805E50}">
      <dgm:prSet/>
      <dgm:spPr/>
      <dgm:t>
        <a:bodyPr/>
        <a:lstStyle/>
        <a:p>
          <a:endParaRPr lang="en-US"/>
        </a:p>
      </dgm:t>
    </dgm:pt>
    <dgm:pt modelId="{D8E5AC02-564F-434A-9F3C-45E28488DA74}" type="sibTrans" cxnId="{50F83172-07F4-447F-9CD7-6FF18E805E50}">
      <dgm:prSet/>
      <dgm:spPr/>
      <dgm:t>
        <a:bodyPr/>
        <a:lstStyle/>
        <a:p>
          <a:endParaRPr lang="en-US"/>
        </a:p>
      </dgm:t>
    </dgm:pt>
    <dgm:pt modelId="{A071DE45-6F49-40D5-89A2-A96685AE5111}">
      <dgm:prSet custT="1"/>
      <dgm:spPr/>
      <dgm:t>
        <a:bodyPr/>
        <a:lstStyle/>
        <a:p>
          <a:pPr rtl="0"/>
          <a:r>
            <a:rPr lang="en-US" sz="1050" dirty="0" smtClean="0"/>
            <a:t>Obstacle detection for safer navigation</a:t>
          </a:r>
          <a:endParaRPr lang="en-US" sz="1050" dirty="0"/>
        </a:p>
      </dgm:t>
    </dgm:pt>
    <dgm:pt modelId="{6AC7B344-271A-480C-8C54-5BFC93BBB12F}" type="parTrans" cxnId="{E1BF199A-C822-4925-A68C-75E06852933D}">
      <dgm:prSet/>
      <dgm:spPr/>
      <dgm:t>
        <a:bodyPr/>
        <a:lstStyle/>
        <a:p>
          <a:endParaRPr lang="en-US"/>
        </a:p>
      </dgm:t>
    </dgm:pt>
    <dgm:pt modelId="{3FF79550-8FA9-41FE-8CDE-E366652BD950}" type="sibTrans" cxnId="{E1BF199A-C822-4925-A68C-75E06852933D}">
      <dgm:prSet/>
      <dgm:spPr/>
      <dgm:t>
        <a:bodyPr/>
        <a:lstStyle/>
        <a:p>
          <a:endParaRPr lang="en-US"/>
        </a:p>
      </dgm:t>
    </dgm:pt>
    <dgm:pt modelId="{BDAADB42-51BB-4D5B-B3B4-2A73C5BE9033}">
      <dgm:prSet custT="1"/>
      <dgm:spPr/>
      <dgm:t>
        <a:bodyPr/>
        <a:lstStyle/>
        <a:p>
          <a:r>
            <a:rPr lang="en-US" sz="1050" dirty="0" smtClean="0"/>
            <a:t>Light up in the dark for safety</a:t>
          </a:r>
          <a:endParaRPr lang="en-US" sz="1050" dirty="0"/>
        </a:p>
      </dgm:t>
    </dgm:pt>
    <dgm:pt modelId="{B0241FBA-DBA7-4EF0-B799-50C1F384D5AB}" type="parTrans" cxnId="{4046595B-1F7B-4B2C-8D87-5163452911BB}">
      <dgm:prSet/>
      <dgm:spPr/>
      <dgm:t>
        <a:bodyPr/>
        <a:lstStyle/>
        <a:p>
          <a:endParaRPr lang="en-US"/>
        </a:p>
      </dgm:t>
    </dgm:pt>
    <dgm:pt modelId="{FBDCC6C9-F16E-4C99-8ABD-2CD13541A52D}" type="sibTrans" cxnId="{4046595B-1F7B-4B2C-8D87-5163452911BB}">
      <dgm:prSet/>
      <dgm:spPr/>
      <dgm:t>
        <a:bodyPr/>
        <a:lstStyle/>
        <a:p>
          <a:endParaRPr lang="en-US"/>
        </a:p>
      </dgm:t>
    </dgm:pt>
    <dgm:pt modelId="{A75D4270-810F-4499-8D76-E0AEB0EC2CBA}">
      <dgm:prSet custT="1"/>
      <dgm:spPr/>
      <dgm:t>
        <a:bodyPr/>
        <a:lstStyle/>
        <a:p>
          <a:r>
            <a:rPr lang="en-US" sz="1050" dirty="0" smtClean="0"/>
            <a:t>Compass orientation and direction guidance</a:t>
          </a:r>
          <a:endParaRPr lang="en-US" sz="1050" dirty="0"/>
        </a:p>
      </dgm:t>
    </dgm:pt>
    <dgm:pt modelId="{B1FFAFB1-1869-48C5-AC81-B50A18002851}" type="parTrans" cxnId="{2477F1EB-3C7D-44E9-8F4A-A6BDCE45C3C9}">
      <dgm:prSet/>
      <dgm:spPr/>
      <dgm:t>
        <a:bodyPr/>
        <a:lstStyle/>
        <a:p>
          <a:endParaRPr lang="en-US"/>
        </a:p>
      </dgm:t>
    </dgm:pt>
    <dgm:pt modelId="{0317AC7B-C12B-4AB5-8257-D5092732CF3B}" type="sibTrans" cxnId="{2477F1EB-3C7D-44E9-8F4A-A6BDCE45C3C9}">
      <dgm:prSet/>
      <dgm:spPr/>
      <dgm:t>
        <a:bodyPr/>
        <a:lstStyle/>
        <a:p>
          <a:endParaRPr lang="en-US"/>
        </a:p>
      </dgm:t>
    </dgm:pt>
    <dgm:pt modelId="{351AB4C9-0A85-4FFF-B6B0-1B63BFA297B7}" type="pres">
      <dgm:prSet presAssocID="{955538D8-2479-4997-BA2E-4ACC58E11B8D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AD57BC9-53E2-4C43-BA89-43B02E01323E}" type="pres">
      <dgm:prSet presAssocID="{955538D8-2479-4997-BA2E-4ACC58E11B8D}" presName="wedge1" presStyleLbl="node1" presStyleIdx="0" presStyleCnt="6"/>
      <dgm:spPr/>
      <dgm:t>
        <a:bodyPr/>
        <a:lstStyle/>
        <a:p>
          <a:endParaRPr lang="en-US"/>
        </a:p>
      </dgm:t>
    </dgm:pt>
    <dgm:pt modelId="{FB76DC83-5170-4C22-89D1-A0526042C7F6}" type="pres">
      <dgm:prSet presAssocID="{955538D8-2479-4997-BA2E-4ACC58E11B8D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204965-E11B-4D8E-AD53-2A7DCA072672}" type="pres">
      <dgm:prSet presAssocID="{955538D8-2479-4997-BA2E-4ACC58E11B8D}" presName="wedge2" presStyleLbl="node1" presStyleIdx="1" presStyleCnt="6"/>
      <dgm:spPr/>
      <dgm:t>
        <a:bodyPr/>
        <a:lstStyle/>
        <a:p>
          <a:endParaRPr lang="en-US"/>
        </a:p>
      </dgm:t>
    </dgm:pt>
    <dgm:pt modelId="{A33F0BD6-4D08-4D26-91AB-F38E1131A6D8}" type="pres">
      <dgm:prSet presAssocID="{955538D8-2479-4997-BA2E-4ACC58E11B8D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24A778-4E4A-46EA-8A1D-086C23F32EBE}" type="pres">
      <dgm:prSet presAssocID="{955538D8-2479-4997-BA2E-4ACC58E11B8D}" presName="wedge3" presStyleLbl="node1" presStyleIdx="2" presStyleCnt="6"/>
      <dgm:spPr/>
      <dgm:t>
        <a:bodyPr/>
        <a:lstStyle/>
        <a:p>
          <a:endParaRPr lang="en-US"/>
        </a:p>
      </dgm:t>
    </dgm:pt>
    <dgm:pt modelId="{1B639BCE-A2FC-4343-B607-F6D6A40E24F2}" type="pres">
      <dgm:prSet presAssocID="{955538D8-2479-4997-BA2E-4ACC58E11B8D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F798B0-831F-417D-978A-32911D309592}" type="pres">
      <dgm:prSet presAssocID="{955538D8-2479-4997-BA2E-4ACC58E11B8D}" presName="wedge4" presStyleLbl="node1" presStyleIdx="3" presStyleCnt="6"/>
      <dgm:spPr/>
      <dgm:t>
        <a:bodyPr/>
        <a:lstStyle/>
        <a:p>
          <a:endParaRPr lang="en-US"/>
        </a:p>
      </dgm:t>
    </dgm:pt>
    <dgm:pt modelId="{C9D54E9C-59FC-4669-9F30-605DED451587}" type="pres">
      <dgm:prSet presAssocID="{955538D8-2479-4997-BA2E-4ACC58E11B8D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2BAB2-30A1-44F8-AB37-45B75B4FD139}" type="pres">
      <dgm:prSet presAssocID="{955538D8-2479-4997-BA2E-4ACC58E11B8D}" presName="wedge5" presStyleLbl="node1" presStyleIdx="4" presStyleCnt="6"/>
      <dgm:spPr/>
      <dgm:t>
        <a:bodyPr/>
        <a:lstStyle/>
        <a:p>
          <a:endParaRPr lang="en-US"/>
        </a:p>
      </dgm:t>
    </dgm:pt>
    <dgm:pt modelId="{3EF1BE51-CF71-46CC-B99C-00F920AE09A1}" type="pres">
      <dgm:prSet presAssocID="{955538D8-2479-4997-BA2E-4ACC58E11B8D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2EEA24-8DD3-4093-A40C-7AC7FA4E541B}" type="pres">
      <dgm:prSet presAssocID="{955538D8-2479-4997-BA2E-4ACC58E11B8D}" presName="wedge6" presStyleLbl="node1" presStyleIdx="5" presStyleCnt="6"/>
      <dgm:spPr/>
      <dgm:t>
        <a:bodyPr/>
        <a:lstStyle/>
        <a:p>
          <a:endParaRPr lang="en-US"/>
        </a:p>
      </dgm:t>
    </dgm:pt>
    <dgm:pt modelId="{9EF0B985-B3C0-4131-BECD-4606EBC7E3BB}" type="pres">
      <dgm:prSet presAssocID="{955538D8-2479-4997-BA2E-4ACC58E11B8D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B5A9F2D-0354-47DE-BAAD-BFCA1031F214}" type="presOf" srcId="{A071DE45-6F49-40D5-89A2-A96685AE5111}" destId="{52F798B0-831F-417D-978A-32911D309592}" srcOrd="0" destOrd="0" presId="urn:microsoft.com/office/officeart/2005/8/layout/chart3"/>
    <dgm:cxn modelId="{1681B194-F591-4EFA-9F17-D25B86F7E81C}" type="presOf" srcId="{A75D4270-810F-4499-8D76-E0AEB0EC2CBA}" destId="{9EF0B985-B3C0-4131-BECD-4606EBC7E3BB}" srcOrd="1" destOrd="0" presId="urn:microsoft.com/office/officeart/2005/8/layout/chart3"/>
    <dgm:cxn modelId="{F9B3B1AE-F2B0-481F-ACA9-8E3B7FA14517}" srcId="{955538D8-2479-4997-BA2E-4ACC58E11B8D}" destId="{C643DDCE-63F5-49A9-A2DB-753AF33D38D5}" srcOrd="1" destOrd="0" parTransId="{4A45BDB2-B6D4-4426-8BE7-0D4FFDE82A74}" sibTransId="{B52AD834-B48C-40A0-939C-14E82D0ABD8D}"/>
    <dgm:cxn modelId="{1885ABB5-798B-456E-8A4E-BAD80229E79E}" type="presOf" srcId="{BDAADB42-51BB-4D5B-B3B4-2A73C5BE9033}" destId="{3EF1BE51-CF71-46CC-B99C-00F920AE09A1}" srcOrd="1" destOrd="0" presId="urn:microsoft.com/office/officeart/2005/8/layout/chart3"/>
    <dgm:cxn modelId="{53CECA7B-D49A-4F3D-9E77-40AD98DD4B47}" type="presOf" srcId="{955538D8-2479-4997-BA2E-4ACC58E11B8D}" destId="{351AB4C9-0A85-4FFF-B6B0-1B63BFA297B7}" srcOrd="0" destOrd="0" presId="urn:microsoft.com/office/officeart/2005/8/layout/chart3"/>
    <dgm:cxn modelId="{E4198748-5617-4BF6-AA42-D70E1C48D394}" srcId="{955538D8-2479-4997-BA2E-4ACC58E11B8D}" destId="{BD1AB685-D182-404E-8DB1-A47C0992BF2A}" srcOrd="0" destOrd="0" parTransId="{D919AF9E-AA97-4B34-A8F5-AC04DE7A1CE9}" sibTransId="{151E15C8-7CBC-4FC1-8B05-C9B34216058E}"/>
    <dgm:cxn modelId="{E1BF199A-C822-4925-A68C-75E06852933D}" srcId="{955538D8-2479-4997-BA2E-4ACC58E11B8D}" destId="{A071DE45-6F49-40D5-89A2-A96685AE5111}" srcOrd="3" destOrd="0" parTransId="{6AC7B344-271A-480C-8C54-5BFC93BBB12F}" sibTransId="{3FF79550-8FA9-41FE-8CDE-E366652BD950}"/>
    <dgm:cxn modelId="{8FF41795-2B01-4E72-A1E7-13A95309434A}" type="presOf" srcId="{BD1AB685-D182-404E-8DB1-A47C0992BF2A}" destId="{FB76DC83-5170-4C22-89D1-A0526042C7F6}" srcOrd="1" destOrd="0" presId="urn:microsoft.com/office/officeart/2005/8/layout/chart3"/>
    <dgm:cxn modelId="{58ED814F-29C0-4C9E-B05F-0C7CFE405CB5}" type="presOf" srcId="{BD1AB685-D182-404E-8DB1-A47C0992BF2A}" destId="{0AD57BC9-53E2-4C43-BA89-43B02E01323E}" srcOrd="0" destOrd="0" presId="urn:microsoft.com/office/officeart/2005/8/layout/chart3"/>
    <dgm:cxn modelId="{50F83172-07F4-447F-9CD7-6FF18E805E50}" srcId="{955538D8-2479-4997-BA2E-4ACC58E11B8D}" destId="{C95261DE-0244-4005-8AC6-36795CD5A4E9}" srcOrd="2" destOrd="0" parTransId="{F4D00817-4B9C-462A-B6CD-89DC86C6F18F}" sibTransId="{D8E5AC02-564F-434A-9F3C-45E28488DA74}"/>
    <dgm:cxn modelId="{51374EB2-2F90-4BE6-86E6-95BE245E6E18}" type="presOf" srcId="{C643DDCE-63F5-49A9-A2DB-753AF33D38D5}" destId="{C8204965-E11B-4D8E-AD53-2A7DCA072672}" srcOrd="0" destOrd="0" presId="urn:microsoft.com/office/officeart/2005/8/layout/chart3"/>
    <dgm:cxn modelId="{4046595B-1F7B-4B2C-8D87-5163452911BB}" srcId="{955538D8-2479-4997-BA2E-4ACC58E11B8D}" destId="{BDAADB42-51BB-4D5B-B3B4-2A73C5BE9033}" srcOrd="4" destOrd="0" parTransId="{B0241FBA-DBA7-4EF0-B799-50C1F384D5AB}" sibTransId="{FBDCC6C9-F16E-4C99-8ABD-2CD13541A52D}"/>
    <dgm:cxn modelId="{DF4D3694-D467-495B-9149-974C5BC5C294}" type="presOf" srcId="{C643DDCE-63F5-49A9-A2DB-753AF33D38D5}" destId="{A33F0BD6-4D08-4D26-91AB-F38E1131A6D8}" srcOrd="1" destOrd="0" presId="urn:microsoft.com/office/officeart/2005/8/layout/chart3"/>
    <dgm:cxn modelId="{2477F1EB-3C7D-44E9-8F4A-A6BDCE45C3C9}" srcId="{955538D8-2479-4997-BA2E-4ACC58E11B8D}" destId="{A75D4270-810F-4499-8D76-E0AEB0EC2CBA}" srcOrd="5" destOrd="0" parTransId="{B1FFAFB1-1869-48C5-AC81-B50A18002851}" sibTransId="{0317AC7B-C12B-4AB5-8257-D5092732CF3B}"/>
    <dgm:cxn modelId="{66D3F843-653A-489E-83CC-B6E13FBC443D}" type="presOf" srcId="{C95261DE-0244-4005-8AC6-36795CD5A4E9}" destId="{1B639BCE-A2FC-4343-B607-F6D6A40E24F2}" srcOrd="1" destOrd="0" presId="urn:microsoft.com/office/officeart/2005/8/layout/chart3"/>
    <dgm:cxn modelId="{334CA3CD-3411-4D1B-A02B-847D8950382A}" type="presOf" srcId="{A071DE45-6F49-40D5-89A2-A96685AE5111}" destId="{C9D54E9C-59FC-4669-9F30-605DED451587}" srcOrd="1" destOrd="0" presId="urn:microsoft.com/office/officeart/2005/8/layout/chart3"/>
    <dgm:cxn modelId="{A0516578-700B-4E7F-933E-32F39670CBD2}" type="presOf" srcId="{A75D4270-810F-4499-8D76-E0AEB0EC2CBA}" destId="{252EEA24-8DD3-4093-A40C-7AC7FA4E541B}" srcOrd="0" destOrd="0" presId="urn:microsoft.com/office/officeart/2005/8/layout/chart3"/>
    <dgm:cxn modelId="{B1C4171D-B97A-4C76-B1AE-98A7F0F1BA62}" type="presOf" srcId="{BDAADB42-51BB-4D5B-B3B4-2A73C5BE9033}" destId="{E732BAB2-30A1-44F8-AB37-45B75B4FD139}" srcOrd="0" destOrd="0" presId="urn:microsoft.com/office/officeart/2005/8/layout/chart3"/>
    <dgm:cxn modelId="{857E72B9-3A43-4CD4-B1EA-F3C738482578}" type="presOf" srcId="{C95261DE-0244-4005-8AC6-36795CD5A4E9}" destId="{B824A778-4E4A-46EA-8A1D-086C23F32EBE}" srcOrd="0" destOrd="0" presId="urn:microsoft.com/office/officeart/2005/8/layout/chart3"/>
    <dgm:cxn modelId="{D86941A3-0E3A-4C8E-8B60-10DB3F6AFE4E}" type="presParOf" srcId="{351AB4C9-0A85-4FFF-B6B0-1B63BFA297B7}" destId="{0AD57BC9-53E2-4C43-BA89-43B02E01323E}" srcOrd="0" destOrd="0" presId="urn:microsoft.com/office/officeart/2005/8/layout/chart3"/>
    <dgm:cxn modelId="{3D0C9978-5A52-48EF-83BB-6AC33EF1475A}" type="presParOf" srcId="{351AB4C9-0A85-4FFF-B6B0-1B63BFA297B7}" destId="{FB76DC83-5170-4C22-89D1-A0526042C7F6}" srcOrd="1" destOrd="0" presId="urn:microsoft.com/office/officeart/2005/8/layout/chart3"/>
    <dgm:cxn modelId="{631C0E7C-DB7B-4906-B32D-F7C38555A780}" type="presParOf" srcId="{351AB4C9-0A85-4FFF-B6B0-1B63BFA297B7}" destId="{C8204965-E11B-4D8E-AD53-2A7DCA072672}" srcOrd="2" destOrd="0" presId="urn:microsoft.com/office/officeart/2005/8/layout/chart3"/>
    <dgm:cxn modelId="{3BB0760B-3F54-4691-A584-A94A9D120CA2}" type="presParOf" srcId="{351AB4C9-0A85-4FFF-B6B0-1B63BFA297B7}" destId="{A33F0BD6-4D08-4D26-91AB-F38E1131A6D8}" srcOrd="3" destOrd="0" presId="urn:microsoft.com/office/officeart/2005/8/layout/chart3"/>
    <dgm:cxn modelId="{C1D6C6FE-EBFA-493C-B74C-09B66602758B}" type="presParOf" srcId="{351AB4C9-0A85-4FFF-B6B0-1B63BFA297B7}" destId="{B824A778-4E4A-46EA-8A1D-086C23F32EBE}" srcOrd="4" destOrd="0" presId="urn:microsoft.com/office/officeart/2005/8/layout/chart3"/>
    <dgm:cxn modelId="{E2C815D5-4E35-467D-A97A-632594B75EF1}" type="presParOf" srcId="{351AB4C9-0A85-4FFF-B6B0-1B63BFA297B7}" destId="{1B639BCE-A2FC-4343-B607-F6D6A40E24F2}" srcOrd="5" destOrd="0" presId="urn:microsoft.com/office/officeart/2005/8/layout/chart3"/>
    <dgm:cxn modelId="{A9B29FDC-5E54-419D-8295-645DD7F8BA0C}" type="presParOf" srcId="{351AB4C9-0A85-4FFF-B6B0-1B63BFA297B7}" destId="{52F798B0-831F-417D-978A-32911D309592}" srcOrd="6" destOrd="0" presId="urn:microsoft.com/office/officeart/2005/8/layout/chart3"/>
    <dgm:cxn modelId="{B4BD942C-C241-4B4E-8343-A68EDD30827E}" type="presParOf" srcId="{351AB4C9-0A85-4FFF-B6B0-1B63BFA297B7}" destId="{C9D54E9C-59FC-4669-9F30-605DED451587}" srcOrd="7" destOrd="0" presId="urn:microsoft.com/office/officeart/2005/8/layout/chart3"/>
    <dgm:cxn modelId="{5E8AD208-7B39-4837-8F4B-62313690728A}" type="presParOf" srcId="{351AB4C9-0A85-4FFF-B6B0-1B63BFA297B7}" destId="{E732BAB2-30A1-44F8-AB37-45B75B4FD139}" srcOrd="8" destOrd="0" presId="urn:microsoft.com/office/officeart/2005/8/layout/chart3"/>
    <dgm:cxn modelId="{5F3B40F5-55E0-42F6-9006-CE95FE5D0C0D}" type="presParOf" srcId="{351AB4C9-0A85-4FFF-B6B0-1B63BFA297B7}" destId="{3EF1BE51-CF71-46CC-B99C-00F920AE09A1}" srcOrd="9" destOrd="0" presId="urn:microsoft.com/office/officeart/2005/8/layout/chart3"/>
    <dgm:cxn modelId="{DDA2BB92-FA2F-4577-A2AE-E393291C58CA}" type="presParOf" srcId="{351AB4C9-0A85-4FFF-B6B0-1B63BFA297B7}" destId="{252EEA24-8DD3-4093-A40C-7AC7FA4E541B}" srcOrd="10" destOrd="0" presId="urn:microsoft.com/office/officeart/2005/8/layout/chart3"/>
    <dgm:cxn modelId="{C76459CA-01B8-4051-BC2C-F3E8C16629E0}" type="presParOf" srcId="{351AB4C9-0A85-4FFF-B6B0-1B63BFA297B7}" destId="{9EF0B985-B3C0-4131-BECD-4606EBC7E3BB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386515-9B71-4326-890D-9E7317E0D641}" type="doc">
      <dgm:prSet loTypeId="urn:microsoft.com/office/officeart/2005/8/layout/target1" loCatId="relationship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1430FF4-8CD8-4C76-A9BF-EF635B489C1D}">
      <dgm:prSet custT="1"/>
      <dgm:spPr/>
      <dgm:t>
        <a:bodyPr/>
        <a:lstStyle/>
        <a:p>
          <a:pPr algn="l" rtl="0"/>
          <a:r>
            <a:rPr lang="en-US" sz="1600" dirty="0" smtClean="0"/>
            <a:t>Ensuring a safer navigation</a:t>
          </a:r>
          <a:endParaRPr lang="en-US" sz="1600" b="0" dirty="0"/>
        </a:p>
      </dgm:t>
    </dgm:pt>
    <dgm:pt modelId="{3E6F2CDA-7C6A-43FC-AFB6-B6ADAEA454A5}" type="parTrans" cxnId="{0BB20DDC-142F-4E8A-86CD-09040B999363}">
      <dgm:prSet/>
      <dgm:spPr/>
      <dgm:t>
        <a:bodyPr/>
        <a:lstStyle/>
        <a:p>
          <a:endParaRPr lang="en-US"/>
        </a:p>
      </dgm:t>
    </dgm:pt>
    <dgm:pt modelId="{0E954760-32EB-4787-A6DA-8631E5AEEF1F}" type="sibTrans" cxnId="{0BB20DDC-142F-4E8A-86CD-09040B999363}">
      <dgm:prSet/>
      <dgm:spPr/>
      <dgm:t>
        <a:bodyPr/>
        <a:lstStyle/>
        <a:p>
          <a:endParaRPr lang="en-US"/>
        </a:p>
      </dgm:t>
    </dgm:pt>
    <dgm:pt modelId="{5926E703-A24C-4FAD-A4CF-5EBB072A0EA1}">
      <dgm:prSet custT="1"/>
      <dgm:spPr/>
      <dgm:t>
        <a:bodyPr/>
        <a:lstStyle/>
        <a:p>
          <a:pPr algn="l" rtl="0"/>
          <a:r>
            <a:rPr lang="en-US" sz="1600" dirty="0" smtClean="0"/>
            <a:t>Assisting in the case of emergencies</a:t>
          </a:r>
          <a:endParaRPr lang="en-US" sz="1600" dirty="0"/>
        </a:p>
      </dgm:t>
    </dgm:pt>
    <dgm:pt modelId="{98DC2F68-2AED-4002-B8B5-2D2D8A53CEE0}" type="parTrans" cxnId="{6CF09C06-40E7-4A5B-9128-7065D7E36978}">
      <dgm:prSet/>
      <dgm:spPr/>
      <dgm:t>
        <a:bodyPr/>
        <a:lstStyle/>
        <a:p>
          <a:endParaRPr lang="en-US"/>
        </a:p>
      </dgm:t>
    </dgm:pt>
    <dgm:pt modelId="{DE990D6D-BBFC-4417-8043-DF195063B786}" type="sibTrans" cxnId="{6CF09C06-40E7-4A5B-9128-7065D7E36978}">
      <dgm:prSet/>
      <dgm:spPr/>
      <dgm:t>
        <a:bodyPr/>
        <a:lstStyle/>
        <a:p>
          <a:endParaRPr lang="en-US"/>
        </a:p>
      </dgm:t>
    </dgm:pt>
    <dgm:pt modelId="{F45CD190-2071-4C77-91B6-43555182850C}">
      <dgm:prSet custT="1"/>
      <dgm:spPr/>
      <dgm:t>
        <a:bodyPr/>
        <a:lstStyle/>
        <a:p>
          <a:pPr algn="l" rtl="0"/>
          <a:r>
            <a:rPr lang="en-US" sz="1600" b="0" dirty="0" smtClean="0"/>
            <a:t>Enhancing mobility and independence</a:t>
          </a:r>
          <a:endParaRPr lang="en-US" sz="1600" dirty="0"/>
        </a:p>
      </dgm:t>
    </dgm:pt>
    <dgm:pt modelId="{6B5864D8-F33F-4240-81AA-69BBD22875C4}" type="parTrans" cxnId="{01C66AFA-4AE1-4339-95FF-3F101270B08E}">
      <dgm:prSet/>
      <dgm:spPr/>
      <dgm:t>
        <a:bodyPr/>
        <a:lstStyle/>
        <a:p>
          <a:endParaRPr lang="en-US"/>
        </a:p>
      </dgm:t>
    </dgm:pt>
    <dgm:pt modelId="{26FBDDFD-AD91-4F5B-B231-B5D9F1078231}" type="sibTrans" cxnId="{01C66AFA-4AE1-4339-95FF-3F101270B08E}">
      <dgm:prSet/>
      <dgm:spPr/>
      <dgm:t>
        <a:bodyPr/>
        <a:lstStyle/>
        <a:p>
          <a:endParaRPr lang="en-US"/>
        </a:p>
      </dgm:t>
    </dgm:pt>
    <dgm:pt modelId="{F22CB113-4411-404E-AA43-F0D2F8487513}" type="pres">
      <dgm:prSet presAssocID="{1F386515-9B71-4326-890D-9E7317E0D641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EDA612C-3A85-4D37-A8C7-8A847785FE96}" type="pres">
      <dgm:prSet presAssocID="{91430FF4-8CD8-4C76-A9BF-EF635B489C1D}" presName="circle1" presStyleLbl="lnNode1" presStyleIdx="0" presStyleCnt="3"/>
      <dgm:spPr/>
    </dgm:pt>
    <dgm:pt modelId="{D5F97DE2-F77E-4AB4-B2EF-9969BDBD477C}" type="pres">
      <dgm:prSet presAssocID="{91430FF4-8CD8-4C76-A9BF-EF635B489C1D}" presName="text1" presStyleLbl="revTx" presStyleIdx="0" presStyleCnt="3" custScaleX="149268" custLinFactNeighborX="231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DB73CF-FF01-4DC0-9612-230A41F73229}" type="pres">
      <dgm:prSet presAssocID="{91430FF4-8CD8-4C76-A9BF-EF635B489C1D}" presName="line1" presStyleLbl="callout" presStyleIdx="0" presStyleCnt="6"/>
      <dgm:spPr/>
    </dgm:pt>
    <dgm:pt modelId="{3540A6F1-F808-4F45-8CFE-1EF3FB7567FD}" type="pres">
      <dgm:prSet presAssocID="{91430FF4-8CD8-4C76-A9BF-EF635B489C1D}" presName="d1" presStyleLbl="callout" presStyleIdx="1" presStyleCnt="6"/>
      <dgm:spPr/>
    </dgm:pt>
    <dgm:pt modelId="{17C1C5FA-8E7F-4422-966E-87802EE432C0}" type="pres">
      <dgm:prSet presAssocID="{5926E703-A24C-4FAD-A4CF-5EBB072A0EA1}" presName="circle2" presStyleLbl="lnNode1" presStyleIdx="1" presStyleCnt="3"/>
      <dgm:spPr/>
    </dgm:pt>
    <dgm:pt modelId="{1E349E51-2D5C-4D6D-908C-4EA965A243DD}" type="pres">
      <dgm:prSet presAssocID="{5926E703-A24C-4FAD-A4CF-5EBB072A0EA1}" presName="text2" presStyleLbl="revTx" presStyleIdx="1" presStyleCnt="3" custScaleX="149268" custLinFactNeighborX="231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2E4438-7408-4B96-AC3F-F4FB55A7DE84}" type="pres">
      <dgm:prSet presAssocID="{5926E703-A24C-4FAD-A4CF-5EBB072A0EA1}" presName="line2" presStyleLbl="callout" presStyleIdx="2" presStyleCnt="6"/>
      <dgm:spPr/>
    </dgm:pt>
    <dgm:pt modelId="{CA819FAE-F75D-4BB7-AF4B-CFFC911F45C8}" type="pres">
      <dgm:prSet presAssocID="{5926E703-A24C-4FAD-A4CF-5EBB072A0EA1}" presName="d2" presStyleLbl="callout" presStyleIdx="3" presStyleCnt="6"/>
      <dgm:spPr/>
    </dgm:pt>
    <dgm:pt modelId="{31F86C35-FF77-4E58-891F-AE7AFB48D6A1}" type="pres">
      <dgm:prSet presAssocID="{F45CD190-2071-4C77-91B6-43555182850C}" presName="circle3" presStyleLbl="lnNode1" presStyleIdx="2" presStyleCnt="3"/>
      <dgm:spPr/>
    </dgm:pt>
    <dgm:pt modelId="{E66C6C87-D91E-435A-B230-8EB0F1A53F76}" type="pres">
      <dgm:prSet presAssocID="{F45CD190-2071-4C77-91B6-43555182850C}" presName="text3" presStyleLbl="revTx" presStyleIdx="2" presStyleCnt="3" custScaleX="149268" custLinFactNeighborX="231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03F6DA-FA9C-40F6-8815-FCEE6BBC570B}" type="pres">
      <dgm:prSet presAssocID="{F45CD190-2071-4C77-91B6-43555182850C}" presName="line3" presStyleLbl="callout" presStyleIdx="4" presStyleCnt="6"/>
      <dgm:spPr/>
    </dgm:pt>
    <dgm:pt modelId="{39BD7E5B-AF91-4E0D-8131-BCCAB6A649FE}" type="pres">
      <dgm:prSet presAssocID="{F45CD190-2071-4C77-91B6-43555182850C}" presName="d3" presStyleLbl="callout" presStyleIdx="5" presStyleCnt="6"/>
      <dgm:spPr/>
    </dgm:pt>
  </dgm:ptLst>
  <dgm:cxnLst>
    <dgm:cxn modelId="{E84EA3C9-AE99-4804-8D33-03E10302CE3D}" type="presOf" srcId="{5926E703-A24C-4FAD-A4CF-5EBB072A0EA1}" destId="{1E349E51-2D5C-4D6D-908C-4EA965A243DD}" srcOrd="0" destOrd="0" presId="urn:microsoft.com/office/officeart/2005/8/layout/target1"/>
    <dgm:cxn modelId="{5E5A380D-5C06-4C4D-9ACF-B96925C753E8}" type="presOf" srcId="{F45CD190-2071-4C77-91B6-43555182850C}" destId="{E66C6C87-D91E-435A-B230-8EB0F1A53F76}" srcOrd="0" destOrd="0" presId="urn:microsoft.com/office/officeart/2005/8/layout/target1"/>
    <dgm:cxn modelId="{0BB20DDC-142F-4E8A-86CD-09040B999363}" srcId="{1F386515-9B71-4326-890D-9E7317E0D641}" destId="{91430FF4-8CD8-4C76-A9BF-EF635B489C1D}" srcOrd="0" destOrd="0" parTransId="{3E6F2CDA-7C6A-43FC-AFB6-B6ADAEA454A5}" sibTransId="{0E954760-32EB-4787-A6DA-8631E5AEEF1F}"/>
    <dgm:cxn modelId="{E3A96B17-096F-45CF-86E2-8B5408821C34}" type="presOf" srcId="{91430FF4-8CD8-4C76-A9BF-EF635B489C1D}" destId="{D5F97DE2-F77E-4AB4-B2EF-9969BDBD477C}" srcOrd="0" destOrd="0" presId="urn:microsoft.com/office/officeart/2005/8/layout/target1"/>
    <dgm:cxn modelId="{63075BAF-37DD-428F-A881-41E115F20E0B}" type="presOf" srcId="{1F386515-9B71-4326-890D-9E7317E0D641}" destId="{F22CB113-4411-404E-AA43-F0D2F8487513}" srcOrd="0" destOrd="0" presId="urn:microsoft.com/office/officeart/2005/8/layout/target1"/>
    <dgm:cxn modelId="{6CF09C06-40E7-4A5B-9128-7065D7E36978}" srcId="{1F386515-9B71-4326-890D-9E7317E0D641}" destId="{5926E703-A24C-4FAD-A4CF-5EBB072A0EA1}" srcOrd="1" destOrd="0" parTransId="{98DC2F68-2AED-4002-B8B5-2D2D8A53CEE0}" sibTransId="{DE990D6D-BBFC-4417-8043-DF195063B786}"/>
    <dgm:cxn modelId="{01C66AFA-4AE1-4339-95FF-3F101270B08E}" srcId="{1F386515-9B71-4326-890D-9E7317E0D641}" destId="{F45CD190-2071-4C77-91B6-43555182850C}" srcOrd="2" destOrd="0" parTransId="{6B5864D8-F33F-4240-81AA-69BBD22875C4}" sibTransId="{26FBDDFD-AD91-4F5B-B231-B5D9F1078231}"/>
    <dgm:cxn modelId="{BE36F13F-4C8E-4A74-846F-6DE8FA97D874}" type="presParOf" srcId="{F22CB113-4411-404E-AA43-F0D2F8487513}" destId="{0EDA612C-3A85-4D37-A8C7-8A847785FE96}" srcOrd="0" destOrd="0" presId="urn:microsoft.com/office/officeart/2005/8/layout/target1"/>
    <dgm:cxn modelId="{96E0A0EA-3CFE-4A6D-B04D-354F72222C36}" type="presParOf" srcId="{F22CB113-4411-404E-AA43-F0D2F8487513}" destId="{D5F97DE2-F77E-4AB4-B2EF-9969BDBD477C}" srcOrd="1" destOrd="0" presId="urn:microsoft.com/office/officeart/2005/8/layout/target1"/>
    <dgm:cxn modelId="{79E4CFA8-D53B-4DB8-93B5-C6534D43D073}" type="presParOf" srcId="{F22CB113-4411-404E-AA43-F0D2F8487513}" destId="{DCDB73CF-FF01-4DC0-9612-230A41F73229}" srcOrd="2" destOrd="0" presId="urn:microsoft.com/office/officeart/2005/8/layout/target1"/>
    <dgm:cxn modelId="{865B79E8-77D4-45D6-9EB6-C274129B11C3}" type="presParOf" srcId="{F22CB113-4411-404E-AA43-F0D2F8487513}" destId="{3540A6F1-F808-4F45-8CFE-1EF3FB7567FD}" srcOrd="3" destOrd="0" presId="urn:microsoft.com/office/officeart/2005/8/layout/target1"/>
    <dgm:cxn modelId="{78A844C1-F904-4C57-8269-88010B0704D3}" type="presParOf" srcId="{F22CB113-4411-404E-AA43-F0D2F8487513}" destId="{17C1C5FA-8E7F-4422-966E-87802EE432C0}" srcOrd="4" destOrd="0" presId="urn:microsoft.com/office/officeart/2005/8/layout/target1"/>
    <dgm:cxn modelId="{79F64A9E-357B-49FD-959B-5C6DF3B69952}" type="presParOf" srcId="{F22CB113-4411-404E-AA43-F0D2F8487513}" destId="{1E349E51-2D5C-4D6D-908C-4EA965A243DD}" srcOrd="5" destOrd="0" presId="urn:microsoft.com/office/officeart/2005/8/layout/target1"/>
    <dgm:cxn modelId="{94CD96C3-D7AF-42C6-8C62-E5885F487D80}" type="presParOf" srcId="{F22CB113-4411-404E-AA43-F0D2F8487513}" destId="{8D2E4438-7408-4B96-AC3F-F4FB55A7DE84}" srcOrd="6" destOrd="0" presId="urn:microsoft.com/office/officeart/2005/8/layout/target1"/>
    <dgm:cxn modelId="{82B63368-E343-478D-8D27-BEC124493DD2}" type="presParOf" srcId="{F22CB113-4411-404E-AA43-F0D2F8487513}" destId="{CA819FAE-F75D-4BB7-AF4B-CFFC911F45C8}" srcOrd="7" destOrd="0" presId="urn:microsoft.com/office/officeart/2005/8/layout/target1"/>
    <dgm:cxn modelId="{5B77A1D8-4EB2-42FF-9E23-FC42CB7B8445}" type="presParOf" srcId="{F22CB113-4411-404E-AA43-F0D2F8487513}" destId="{31F86C35-FF77-4E58-891F-AE7AFB48D6A1}" srcOrd="8" destOrd="0" presId="urn:microsoft.com/office/officeart/2005/8/layout/target1"/>
    <dgm:cxn modelId="{326C0F59-A40E-40C6-BF06-7EC0DBD3D259}" type="presParOf" srcId="{F22CB113-4411-404E-AA43-F0D2F8487513}" destId="{E66C6C87-D91E-435A-B230-8EB0F1A53F76}" srcOrd="9" destOrd="0" presId="urn:microsoft.com/office/officeart/2005/8/layout/target1"/>
    <dgm:cxn modelId="{C1D1B65C-E56C-452A-95C5-E95A2241D900}" type="presParOf" srcId="{F22CB113-4411-404E-AA43-F0D2F8487513}" destId="{7403F6DA-FA9C-40F6-8815-FCEE6BBC570B}" srcOrd="10" destOrd="0" presId="urn:microsoft.com/office/officeart/2005/8/layout/target1"/>
    <dgm:cxn modelId="{EEF08033-B468-463F-8BD5-41F0ED26A0F3}" type="presParOf" srcId="{F22CB113-4411-404E-AA43-F0D2F8487513}" destId="{39BD7E5B-AF91-4E0D-8131-BCCAB6A649FE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44BDCC-1762-42CA-A3BB-CEE5E02BBF1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A1225C-4FF4-4D3E-8662-D1392B585BFA}">
      <dgm:prSet/>
      <dgm:spPr/>
      <dgm:t>
        <a:bodyPr/>
        <a:lstStyle/>
        <a:p>
          <a:pPr rtl="0"/>
          <a:r>
            <a:rPr lang="en-US" dirty="0" smtClean="0"/>
            <a:t>Obstacle </a:t>
          </a:r>
          <a:r>
            <a:rPr lang="en-US" dirty="0" smtClean="0"/>
            <a:t>Detection</a:t>
          </a:r>
          <a:endParaRPr lang="en-US" dirty="0"/>
        </a:p>
      </dgm:t>
    </dgm:pt>
    <dgm:pt modelId="{77E3EDB6-4382-4B77-AD99-B9D924DFE216}" type="parTrans" cxnId="{2A2F6F8F-0B9F-433A-8595-D0DEDED4085C}">
      <dgm:prSet/>
      <dgm:spPr/>
      <dgm:t>
        <a:bodyPr/>
        <a:lstStyle/>
        <a:p>
          <a:endParaRPr lang="en-US"/>
        </a:p>
      </dgm:t>
    </dgm:pt>
    <dgm:pt modelId="{48158CDC-FD17-41D5-8595-002B75A690E8}" type="sibTrans" cxnId="{2A2F6F8F-0B9F-433A-8595-D0DEDED4085C}">
      <dgm:prSet/>
      <dgm:spPr/>
      <dgm:t>
        <a:bodyPr/>
        <a:lstStyle/>
        <a:p>
          <a:endParaRPr lang="en-US"/>
        </a:p>
      </dgm:t>
    </dgm:pt>
    <dgm:pt modelId="{37719A27-D3E1-4505-A381-1027122F560F}">
      <dgm:prSet/>
      <dgm:spPr/>
      <dgm:t>
        <a:bodyPr/>
        <a:lstStyle/>
        <a:p>
          <a:pPr rtl="0"/>
          <a:r>
            <a:rPr lang="en-US" dirty="0" smtClean="0"/>
            <a:t>Voice-Assisted Navigation</a:t>
          </a:r>
          <a:endParaRPr lang="en-US" dirty="0"/>
        </a:p>
      </dgm:t>
    </dgm:pt>
    <dgm:pt modelId="{5B8AA219-FFD9-4F0C-8839-4D013115A388}" type="parTrans" cxnId="{54EBFE27-7734-47C6-B9E1-F371E8383CC5}">
      <dgm:prSet/>
      <dgm:spPr/>
      <dgm:t>
        <a:bodyPr/>
        <a:lstStyle/>
        <a:p>
          <a:endParaRPr lang="en-US"/>
        </a:p>
      </dgm:t>
    </dgm:pt>
    <dgm:pt modelId="{3EAE8C7E-0CE6-4366-B6B3-64CB2A8AD006}" type="sibTrans" cxnId="{54EBFE27-7734-47C6-B9E1-F371E8383CC5}">
      <dgm:prSet/>
      <dgm:spPr/>
      <dgm:t>
        <a:bodyPr/>
        <a:lstStyle/>
        <a:p>
          <a:endParaRPr lang="en-US"/>
        </a:p>
      </dgm:t>
    </dgm:pt>
    <dgm:pt modelId="{1BD10663-7580-46BD-9A2E-3774D964C6A6}">
      <dgm:prSet/>
      <dgm:spPr/>
      <dgm:t>
        <a:bodyPr/>
        <a:lstStyle/>
        <a:p>
          <a:pPr rtl="0"/>
          <a:r>
            <a:rPr lang="en-US" dirty="0" smtClean="0"/>
            <a:t>Automatic Nighttime Lighting</a:t>
          </a:r>
          <a:endParaRPr lang="en-US" dirty="0"/>
        </a:p>
      </dgm:t>
    </dgm:pt>
    <dgm:pt modelId="{3CC10454-6F7B-4FDB-890D-6FAFB6E2D65C}" type="parTrans" cxnId="{5EF1F825-D13E-4B52-B6BE-2A3DF324C786}">
      <dgm:prSet/>
      <dgm:spPr/>
      <dgm:t>
        <a:bodyPr/>
        <a:lstStyle/>
        <a:p>
          <a:endParaRPr lang="en-US"/>
        </a:p>
      </dgm:t>
    </dgm:pt>
    <dgm:pt modelId="{8CBF8407-1484-4817-B3DF-50816C0208A9}" type="sibTrans" cxnId="{5EF1F825-D13E-4B52-B6BE-2A3DF324C786}">
      <dgm:prSet/>
      <dgm:spPr/>
      <dgm:t>
        <a:bodyPr/>
        <a:lstStyle/>
        <a:p>
          <a:endParaRPr lang="en-US"/>
        </a:p>
      </dgm:t>
    </dgm:pt>
    <dgm:pt modelId="{696C3594-EBB1-4543-91BC-C875562A7222}">
      <dgm:prSet/>
      <dgm:spPr/>
      <dgm:t>
        <a:bodyPr/>
        <a:lstStyle/>
        <a:p>
          <a:pPr rtl="0"/>
          <a:r>
            <a:rPr lang="en-US" dirty="0" smtClean="0"/>
            <a:t>Emergency Button </a:t>
          </a:r>
          <a:r>
            <a:rPr lang="en-US" dirty="0" smtClean="0"/>
            <a:t>+ </a:t>
          </a:r>
          <a:r>
            <a:rPr lang="en-US" dirty="0" smtClean="0"/>
            <a:t>Location Sharing</a:t>
          </a:r>
          <a:endParaRPr lang="en-US" dirty="0"/>
        </a:p>
      </dgm:t>
    </dgm:pt>
    <dgm:pt modelId="{1C18C15A-FB87-499A-8FDF-4657DFACD2DB}" type="parTrans" cxnId="{8ADDDBA6-F258-45BB-8F90-A038BCCB5DA2}">
      <dgm:prSet/>
      <dgm:spPr/>
      <dgm:t>
        <a:bodyPr/>
        <a:lstStyle/>
        <a:p>
          <a:endParaRPr lang="en-US"/>
        </a:p>
      </dgm:t>
    </dgm:pt>
    <dgm:pt modelId="{E9096A93-39EF-4C4F-9304-7613606F13EA}" type="sibTrans" cxnId="{8ADDDBA6-F258-45BB-8F90-A038BCCB5DA2}">
      <dgm:prSet/>
      <dgm:spPr/>
      <dgm:t>
        <a:bodyPr/>
        <a:lstStyle/>
        <a:p>
          <a:endParaRPr lang="en-US"/>
        </a:p>
      </dgm:t>
    </dgm:pt>
    <dgm:pt modelId="{E75607BB-8EA9-4F70-B20E-47F662B882A8}">
      <dgm:prSet/>
      <dgm:spPr/>
      <dgm:t>
        <a:bodyPr/>
        <a:lstStyle/>
        <a:p>
          <a:pPr rtl="0"/>
          <a:r>
            <a:rPr lang="en-US" dirty="0" smtClean="0"/>
            <a:t>Water Detection</a:t>
          </a:r>
          <a:endParaRPr lang="en-US" dirty="0"/>
        </a:p>
      </dgm:t>
    </dgm:pt>
    <dgm:pt modelId="{D1788BC1-BE3C-4F4A-9318-FA20037BC95F}" type="parTrans" cxnId="{AE498097-EEC7-43DA-87C4-A57CFFFF0BEA}">
      <dgm:prSet/>
      <dgm:spPr/>
      <dgm:t>
        <a:bodyPr/>
        <a:lstStyle/>
        <a:p>
          <a:endParaRPr lang="en-US"/>
        </a:p>
      </dgm:t>
    </dgm:pt>
    <dgm:pt modelId="{925CA292-C39F-4740-9F0A-97423DA4003D}" type="sibTrans" cxnId="{AE498097-EEC7-43DA-87C4-A57CFFFF0BEA}">
      <dgm:prSet/>
      <dgm:spPr/>
      <dgm:t>
        <a:bodyPr/>
        <a:lstStyle/>
        <a:p>
          <a:endParaRPr lang="en-US"/>
        </a:p>
      </dgm:t>
    </dgm:pt>
    <dgm:pt modelId="{DDA1BBFE-218A-4A5C-A398-6579068B3F54}" type="pres">
      <dgm:prSet presAssocID="{2144BDCC-1762-42CA-A3BB-CEE5E02BBF1A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457ED4-177C-4AF0-9AA3-67D5AC8E588E}" type="pres">
      <dgm:prSet presAssocID="{18A1225C-4FF4-4D3E-8662-D1392B585BFA}" presName="circ1" presStyleLbl="vennNode1" presStyleIdx="0" presStyleCnt="5"/>
      <dgm:spPr/>
    </dgm:pt>
    <dgm:pt modelId="{1B4C4DCA-BDC0-45D5-8D23-E132F1237912}" type="pres">
      <dgm:prSet presAssocID="{18A1225C-4FF4-4D3E-8662-D1392B585BF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EAF3C-4D42-4D43-8182-6686DA2E3AB2}" type="pres">
      <dgm:prSet presAssocID="{37719A27-D3E1-4505-A381-1027122F560F}" presName="circ2" presStyleLbl="vennNode1" presStyleIdx="1" presStyleCnt="5"/>
      <dgm:spPr/>
    </dgm:pt>
    <dgm:pt modelId="{6DE8B5ED-111A-40A8-BE02-2AB0BE1E58BC}" type="pres">
      <dgm:prSet presAssocID="{37719A27-D3E1-4505-A381-1027122F560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75FED0-96FB-435D-B3D0-C2E10DC380B9}" type="pres">
      <dgm:prSet presAssocID="{1BD10663-7580-46BD-9A2E-3774D964C6A6}" presName="circ3" presStyleLbl="vennNode1" presStyleIdx="2" presStyleCnt="5"/>
      <dgm:spPr/>
    </dgm:pt>
    <dgm:pt modelId="{3F0BD663-6B1A-47D4-B678-2BEEC643E717}" type="pres">
      <dgm:prSet presAssocID="{1BD10663-7580-46BD-9A2E-3774D964C6A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99EE2A-9EC6-4AA2-BE51-158BB38487DE}" type="pres">
      <dgm:prSet presAssocID="{696C3594-EBB1-4543-91BC-C875562A7222}" presName="circ4" presStyleLbl="vennNode1" presStyleIdx="3" presStyleCnt="5"/>
      <dgm:spPr/>
    </dgm:pt>
    <dgm:pt modelId="{A30A2469-B053-4E4A-BBBB-477011667C74}" type="pres">
      <dgm:prSet presAssocID="{696C3594-EBB1-4543-91BC-C875562A722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147391-9F44-47E5-B38D-3FD95A43220F}" type="pres">
      <dgm:prSet presAssocID="{E75607BB-8EA9-4F70-B20E-47F662B882A8}" presName="circ5" presStyleLbl="vennNode1" presStyleIdx="4" presStyleCnt="5"/>
      <dgm:spPr/>
    </dgm:pt>
    <dgm:pt modelId="{19D64857-0EA8-4A94-A110-7A3ACC303CF4}" type="pres">
      <dgm:prSet presAssocID="{E75607BB-8EA9-4F70-B20E-47F662B882A8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498097-EEC7-43DA-87C4-A57CFFFF0BEA}" srcId="{2144BDCC-1762-42CA-A3BB-CEE5E02BBF1A}" destId="{E75607BB-8EA9-4F70-B20E-47F662B882A8}" srcOrd="4" destOrd="0" parTransId="{D1788BC1-BE3C-4F4A-9318-FA20037BC95F}" sibTransId="{925CA292-C39F-4740-9F0A-97423DA4003D}"/>
    <dgm:cxn modelId="{8ADDDBA6-F258-45BB-8F90-A038BCCB5DA2}" srcId="{2144BDCC-1762-42CA-A3BB-CEE5E02BBF1A}" destId="{696C3594-EBB1-4543-91BC-C875562A7222}" srcOrd="3" destOrd="0" parTransId="{1C18C15A-FB87-499A-8FDF-4657DFACD2DB}" sibTransId="{E9096A93-39EF-4C4F-9304-7613606F13EA}"/>
    <dgm:cxn modelId="{2A2F6F8F-0B9F-433A-8595-D0DEDED4085C}" srcId="{2144BDCC-1762-42CA-A3BB-CEE5E02BBF1A}" destId="{18A1225C-4FF4-4D3E-8662-D1392B585BFA}" srcOrd="0" destOrd="0" parTransId="{77E3EDB6-4382-4B77-AD99-B9D924DFE216}" sibTransId="{48158CDC-FD17-41D5-8595-002B75A690E8}"/>
    <dgm:cxn modelId="{54EBFE27-7734-47C6-B9E1-F371E8383CC5}" srcId="{2144BDCC-1762-42CA-A3BB-CEE5E02BBF1A}" destId="{37719A27-D3E1-4505-A381-1027122F560F}" srcOrd="1" destOrd="0" parTransId="{5B8AA219-FFD9-4F0C-8839-4D013115A388}" sibTransId="{3EAE8C7E-0CE6-4366-B6B3-64CB2A8AD006}"/>
    <dgm:cxn modelId="{959AE22A-D605-4E56-864A-01AB820399A7}" type="presOf" srcId="{37719A27-D3E1-4505-A381-1027122F560F}" destId="{6DE8B5ED-111A-40A8-BE02-2AB0BE1E58BC}" srcOrd="0" destOrd="0" presId="urn:microsoft.com/office/officeart/2005/8/layout/venn1"/>
    <dgm:cxn modelId="{B3311425-F49A-4EA4-B5BA-F8F1A2596456}" type="presOf" srcId="{1BD10663-7580-46BD-9A2E-3774D964C6A6}" destId="{3F0BD663-6B1A-47D4-B678-2BEEC643E717}" srcOrd="0" destOrd="0" presId="urn:microsoft.com/office/officeart/2005/8/layout/venn1"/>
    <dgm:cxn modelId="{5EF1F825-D13E-4B52-B6BE-2A3DF324C786}" srcId="{2144BDCC-1762-42CA-A3BB-CEE5E02BBF1A}" destId="{1BD10663-7580-46BD-9A2E-3774D964C6A6}" srcOrd="2" destOrd="0" parTransId="{3CC10454-6F7B-4FDB-890D-6FAFB6E2D65C}" sibTransId="{8CBF8407-1484-4817-B3DF-50816C0208A9}"/>
    <dgm:cxn modelId="{84152AFE-6321-45FD-AE07-3EE577A145CA}" type="presOf" srcId="{18A1225C-4FF4-4D3E-8662-D1392B585BFA}" destId="{1B4C4DCA-BDC0-45D5-8D23-E132F1237912}" srcOrd="0" destOrd="0" presId="urn:microsoft.com/office/officeart/2005/8/layout/venn1"/>
    <dgm:cxn modelId="{21ACAEA0-5B77-4248-ABD2-9E0307C902F6}" type="presOf" srcId="{696C3594-EBB1-4543-91BC-C875562A7222}" destId="{A30A2469-B053-4E4A-BBBB-477011667C74}" srcOrd="0" destOrd="0" presId="urn:microsoft.com/office/officeart/2005/8/layout/venn1"/>
    <dgm:cxn modelId="{5DC58D46-4122-43EB-9041-9100E10BD9C1}" type="presOf" srcId="{2144BDCC-1762-42CA-A3BB-CEE5E02BBF1A}" destId="{DDA1BBFE-218A-4A5C-A398-6579068B3F54}" srcOrd="0" destOrd="0" presId="urn:microsoft.com/office/officeart/2005/8/layout/venn1"/>
    <dgm:cxn modelId="{B670FE07-36B8-431E-BA05-527A6367DE55}" type="presOf" srcId="{E75607BB-8EA9-4F70-B20E-47F662B882A8}" destId="{19D64857-0EA8-4A94-A110-7A3ACC303CF4}" srcOrd="0" destOrd="0" presId="urn:microsoft.com/office/officeart/2005/8/layout/venn1"/>
    <dgm:cxn modelId="{FC37AC53-4B4A-4781-AAD0-8D677E180B34}" type="presParOf" srcId="{DDA1BBFE-218A-4A5C-A398-6579068B3F54}" destId="{19457ED4-177C-4AF0-9AA3-67D5AC8E588E}" srcOrd="0" destOrd="0" presId="urn:microsoft.com/office/officeart/2005/8/layout/venn1"/>
    <dgm:cxn modelId="{A08FEBB4-5BCA-4959-BCCD-AB61C47F7B39}" type="presParOf" srcId="{DDA1BBFE-218A-4A5C-A398-6579068B3F54}" destId="{1B4C4DCA-BDC0-45D5-8D23-E132F1237912}" srcOrd="1" destOrd="0" presId="urn:microsoft.com/office/officeart/2005/8/layout/venn1"/>
    <dgm:cxn modelId="{3D15AB50-B2A7-4B99-8E18-683A18F49F76}" type="presParOf" srcId="{DDA1BBFE-218A-4A5C-A398-6579068B3F54}" destId="{B30EAF3C-4D42-4D43-8182-6686DA2E3AB2}" srcOrd="2" destOrd="0" presId="urn:microsoft.com/office/officeart/2005/8/layout/venn1"/>
    <dgm:cxn modelId="{02C92D41-096A-4FF4-8E60-37F34BAD6E5B}" type="presParOf" srcId="{DDA1BBFE-218A-4A5C-A398-6579068B3F54}" destId="{6DE8B5ED-111A-40A8-BE02-2AB0BE1E58BC}" srcOrd="3" destOrd="0" presId="urn:microsoft.com/office/officeart/2005/8/layout/venn1"/>
    <dgm:cxn modelId="{DBE626E7-3181-40CF-BCA9-CCD0A75410C2}" type="presParOf" srcId="{DDA1BBFE-218A-4A5C-A398-6579068B3F54}" destId="{E575FED0-96FB-435D-B3D0-C2E10DC380B9}" srcOrd="4" destOrd="0" presId="urn:microsoft.com/office/officeart/2005/8/layout/venn1"/>
    <dgm:cxn modelId="{8E2887B0-C33D-46A9-B0A8-7410EE20321B}" type="presParOf" srcId="{DDA1BBFE-218A-4A5C-A398-6579068B3F54}" destId="{3F0BD663-6B1A-47D4-B678-2BEEC643E717}" srcOrd="5" destOrd="0" presId="urn:microsoft.com/office/officeart/2005/8/layout/venn1"/>
    <dgm:cxn modelId="{59D0299B-AACA-4894-BBAA-8EB00754B0C3}" type="presParOf" srcId="{DDA1BBFE-218A-4A5C-A398-6579068B3F54}" destId="{D599EE2A-9EC6-4AA2-BE51-158BB38487DE}" srcOrd="6" destOrd="0" presId="urn:microsoft.com/office/officeart/2005/8/layout/venn1"/>
    <dgm:cxn modelId="{9EE89591-7854-4046-95E7-6D8B12630717}" type="presParOf" srcId="{DDA1BBFE-218A-4A5C-A398-6579068B3F54}" destId="{A30A2469-B053-4E4A-BBBB-477011667C74}" srcOrd="7" destOrd="0" presId="urn:microsoft.com/office/officeart/2005/8/layout/venn1"/>
    <dgm:cxn modelId="{EEB28357-F334-47F2-9C75-6F223C4AEC61}" type="presParOf" srcId="{DDA1BBFE-218A-4A5C-A398-6579068B3F54}" destId="{AB147391-9F44-47E5-B38D-3FD95A43220F}" srcOrd="8" destOrd="0" presId="urn:microsoft.com/office/officeart/2005/8/layout/venn1"/>
    <dgm:cxn modelId="{50DDF94B-D68F-4774-B3AF-A8D788FF8CDA}" type="presParOf" srcId="{DDA1BBFE-218A-4A5C-A398-6579068B3F54}" destId="{19D64857-0EA8-4A94-A110-7A3ACC303CF4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F8A31A-806E-45D4-BA42-38D28C7237E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4ACF7B-810C-4792-A127-4120A5255A2D}">
      <dgm:prSet/>
      <dgm:spPr/>
      <dgm:t>
        <a:bodyPr/>
        <a:lstStyle/>
        <a:p>
          <a:pPr rtl="0"/>
          <a:r>
            <a:rPr lang="en-US" dirty="0" err="1" smtClean="0"/>
            <a:t>DFPlayer</a:t>
          </a:r>
          <a:endParaRPr lang="en-US" dirty="0"/>
        </a:p>
      </dgm:t>
    </dgm:pt>
    <dgm:pt modelId="{86F2AB92-11E9-4FA7-86E0-166A8CB1177E}" type="parTrans" cxnId="{C0042D5A-C5E5-45EB-8628-41864F34D47F}">
      <dgm:prSet/>
      <dgm:spPr/>
      <dgm:t>
        <a:bodyPr/>
        <a:lstStyle/>
        <a:p>
          <a:endParaRPr lang="en-US"/>
        </a:p>
      </dgm:t>
    </dgm:pt>
    <dgm:pt modelId="{95120F8B-7002-4540-AB3C-08C7040F9937}" type="sibTrans" cxnId="{C0042D5A-C5E5-45EB-8628-41864F34D47F}">
      <dgm:prSet/>
      <dgm:spPr/>
      <dgm:t>
        <a:bodyPr/>
        <a:lstStyle/>
        <a:p>
          <a:endParaRPr lang="en-US"/>
        </a:p>
      </dgm:t>
    </dgm:pt>
    <dgm:pt modelId="{2CAD8BC8-446F-4011-A516-4F0660E5DBD1}">
      <dgm:prSet/>
      <dgm:spPr/>
      <dgm:t>
        <a:bodyPr/>
        <a:lstStyle/>
        <a:p>
          <a:pPr rtl="0"/>
          <a:r>
            <a:rPr lang="en-US" dirty="0" smtClean="0"/>
            <a:t>SIM Card + Speaker</a:t>
          </a:r>
          <a:endParaRPr lang="en-US" dirty="0"/>
        </a:p>
      </dgm:t>
    </dgm:pt>
    <dgm:pt modelId="{C537E4B9-7B38-4641-A2B9-E1E6174BAF5F}" type="parTrans" cxnId="{C84EB305-11B1-4B88-96A7-397967F5B3B1}">
      <dgm:prSet/>
      <dgm:spPr/>
      <dgm:t>
        <a:bodyPr/>
        <a:lstStyle/>
        <a:p>
          <a:endParaRPr lang="en-US"/>
        </a:p>
      </dgm:t>
    </dgm:pt>
    <dgm:pt modelId="{48D7543F-B568-430F-A287-88134415C110}" type="sibTrans" cxnId="{C84EB305-11B1-4B88-96A7-397967F5B3B1}">
      <dgm:prSet/>
      <dgm:spPr/>
      <dgm:t>
        <a:bodyPr/>
        <a:lstStyle/>
        <a:p>
          <a:endParaRPr lang="en-US"/>
        </a:p>
      </dgm:t>
    </dgm:pt>
    <dgm:pt modelId="{4BBD7A22-F1E7-4029-8489-7D6F638BBBF0}">
      <dgm:prSet/>
      <dgm:spPr/>
      <dgm:t>
        <a:bodyPr/>
        <a:lstStyle/>
        <a:p>
          <a:pPr rtl="0"/>
          <a:r>
            <a:rPr lang="en-US" dirty="0" smtClean="0"/>
            <a:t>Ultrasonic sensor</a:t>
          </a:r>
          <a:endParaRPr lang="en-US" dirty="0"/>
        </a:p>
      </dgm:t>
    </dgm:pt>
    <dgm:pt modelId="{4D446EE5-B355-4676-B0FB-EEC6257B2625}" type="sibTrans" cxnId="{D268DFEE-7467-4DCD-909D-160BDBF1B9E1}">
      <dgm:prSet/>
      <dgm:spPr/>
      <dgm:t>
        <a:bodyPr/>
        <a:lstStyle/>
        <a:p>
          <a:endParaRPr lang="en-US"/>
        </a:p>
      </dgm:t>
    </dgm:pt>
    <dgm:pt modelId="{D1DC5FA9-DE6C-4D10-8347-1D2F4885AE70}" type="parTrans" cxnId="{D268DFEE-7467-4DCD-909D-160BDBF1B9E1}">
      <dgm:prSet/>
      <dgm:spPr/>
      <dgm:t>
        <a:bodyPr/>
        <a:lstStyle/>
        <a:p>
          <a:endParaRPr lang="en-US"/>
        </a:p>
      </dgm:t>
    </dgm:pt>
    <dgm:pt modelId="{8FFB952D-0542-447A-821F-AB291BE16494}" type="pres">
      <dgm:prSet presAssocID="{47F8A31A-806E-45D4-BA42-38D28C7237E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873FCE-9BEB-4CA3-A7A1-FECB6F9CB298}" type="pres">
      <dgm:prSet presAssocID="{4BBD7A22-F1E7-4029-8489-7D6F638BBBF0}" presName="compNode" presStyleCnt="0"/>
      <dgm:spPr/>
    </dgm:pt>
    <dgm:pt modelId="{89269F93-DFEA-443D-A428-AAABE2C9B0C9}" type="pres">
      <dgm:prSet presAssocID="{4BBD7A22-F1E7-4029-8489-7D6F638BBBF0}" presName="aNode" presStyleLbl="bgShp" presStyleIdx="0" presStyleCnt="3"/>
      <dgm:spPr/>
      <dgm:t>
        <a:bodyPr/>
        <a:lstStyle/>
        <a:p>
          <a:endParaRPr lang="en-US"/>
        </a:p>
      </dgm:t>
    </dgm:pt>
    <dgm:pt modelId="{3BE935D5-2E6F-48F2-8304-F8F4F718FFCD}" type="pres">
      <dgm:prSet presAssocID="{4BBD7A22-F1E7-4029-8489-7D6F638BBBF0}" presName="textNode" presStyleLbl="bgShp" presStyleIdx="0" presStyleCnt="3"/>
      <dgm:spPr/>
      <dgm:t>
        <a:bodyPr/>
        <a:lstStyle/>
        <a:p>
          <a:endParaRPr lang="en-US"/>
        </a:p>
      </dgm:t>
    </dgm:pt>
    <dgm:pt modelId="{9ABE414B-7132-428C-A66C-B3D4F1373870}" type="pres">
      <dgm:prSet presAssocID="{4BBD7A22-F1E7-4029-8489-7D6F638BBBF0}" presName="compChildNode" presStyleCnt="0"/>
      <dgm:spPr/>
    </dgm:pt>
    <dgm:pt modelId="{DE492824-A34E-4EE8-9F7F-602AA82BE269}" type="pres">
      <dgm:prSet presAssocID="{4BBD7A22-F1E7-4029-8489-7D6F638BBBF0}" presName="theInnerList" presStyleCnt="0"/>
      <dgm:spPr/>
    </dgm:pt>
    <dgm:pt modelId="{9FEC7346-604E-49BE-B4C3-42F9CB3E924D}" type="pres">
      <dgm:prSet presAssocID="{4BBD7A22-F1E7-4029-8489-7D6F638BBBF0}" presName="aSpace" presStyleCnt="0"/>
      <dgm:spPr/>
    </dgm:pt>
    <dgm:pt modelId="{C935412F-12C4-441A-A6A4-A78AF1B99E44}" type="pres">
      <dgm:prSet presAssocID="{A74ACF7B-810C-4792-A127-4120A5255A2D}" presName="compNode" presStyleCnt="0"/>
      <dgm:spPr/>
    </dgm:pt>
    <dgm:pt modelId="{1419655D-6E91-47EC-802B-5FD423B355A8}" type="pres">
      <dgm:prSet presAssocID="{A74ACF7B-810C-4792-A127-4120A5255A2D}" presName="aNode" presStyleLbl="bgShp" presStyleIdx="1" presStyleCnt="3"/>
      <dgm:spPr/>
      <dgm:t>
        <a:bodyPr/>
        <a:lstStyle/>
        <a:p>
          <a:endParaRPr lang="en-US"/>
        </a:p>
      </dgm:t>
    </dgm:pt>
    <dgm:pt modelId="{1173DC12-ADDE-45CC-ACA2-581E4F3D4A37}" type="pres">
      <dgm:prSet presAssocID="{A74ACF7B-810C-4792-A127-4120A5255A2D}" presName="textNode" presStyleLbl="bgShp" presStyleIdx="1" presStyleCnt="3"/>
      <dgm:spPr/>
      <dgm:t>
        <a:bodyPr/>
        <a:lstStyle/>
        <a:p>
          <a:endParaRPr lang="en-US"/>
        </a:p>
      </dgm:t>
    </dgm:pt>
    <dgm:pt modelId="{FC646ED9-146E-4E44-8806-53A0CEE86882}" type="pres">
      <dgm:prSet presAssocID="{A74ACF7B-810C-4792-A127-4120A5255A2D}" presName="compChildNode" presStyleCnt="0"/>
      <dgm:spPr/>
    </dgm:pt>
    <dgm:pt modelId="{988FB003-A874-42BF-9938-821E53F57A4E}" type="pres">
      <dgm:prSet presAssocID="{A74ACF7B-810C-4792-A127-4120A5255A2D}" presName="theInnerList" presStyleCnt="0"/>
      <dgm:spPr/>
    </dgm:pt>
    <dgm:pt modelId="{806959B3-708E-442E-85EA-6B2EA32B2FAB}" type="pres">
      <dgm:prSet presAssocID="{A74ACF7B-810C-4792-A127-4120A5255A2D}" presName="aSpace" presStyleCnt="0"/>
      <dgm:spPr/>
    </dgm:pt>
    <dgm:pt modelId="{2FA96D18-1FA7-458F-B87C-8A471AF6FE5D}" type="pres">
      <dgm:prSet presAssocID="{2CAD8BC8-446F-4011-A516-4F0660E5DBD1}" presName="compNode" presStyleCnt="0"/>
      <dgm:spPr/>
    </dgm:pt>
    <dgm:pt modelId="{86579111-FC91-47B4-A9FD-3045A106129C}" type="pres">
      <dgm:prSet presAssocID="{2CAD8BC8-446F-4011-A516-4F0660E5DBD1}" presName="aNode" presStyleLbl="bgShp" presStyleIdx="2" presStyleCnt="3"/>
      <dgm:spPr/>
      <dgm:t>
        <a:bodyPr/>
        <a:lstStyle/>
        <a:p>
          <a:endParaRPr lang="en-US"/>
        </a:p>
      </dgm:t>
    </dgm:pt>
    <dgm:pt modelId="{D5896EF5-650B-41EF-B396-DDAB6EECBDD4}" type="pres">
      <dgm:prSet presAssocID="{2CAD8BC8-446F-4011-A516-4F0660E5DBD1}" presName="textNode" presStyleLbl="bgShp" presStyleIdx="2" presStyleCnt="3"/>
      <dgm:spPr/>
      <dgm:t>
        <a:bodyPr/>
        <a:lstStyle/>
        <a:p>
          <a:endParaRPr lang="en-US"/>
        </a:p>
      </dgm:t>
    </dgm:pt>
    <dgm:pt modelId="{EDC5A66D-D94B-4DB9-902C-7C486E4DC2AE}" type="pres">
      <dgm:prSet presAssocID="{2CAD8BC8-446F-4011-A516-4F0660E5DBD1}" presName="compChildNode" presStyleCnt="0"/>
      <dgm:spPr/>
    </dgm:pt>
    <dgm:pt modelId="{74C59BBF-845E-4C4D-91DE-646D66E0DE87}" type="pres">
      <dgm:prSet presAssocID="{2CAD8BC8-446F-4011-A516-4F0660E5DBD1}" presName="theInnerList" presStyleCnt="0"/>
      <dgm:spPr/>
    </dgm:pt>
  </dgm:ptLst>
  <dgm:cxnLst>
    <dgm:cxn modelId="{B5401A28-77C3-4496-A488-B1B7E3D61A6E}" type="presOf" srcId="{47F8A31A-806E-45D4-BA42-38D28C7237EA}" destId="{8FFB952D-0542-447A-821F-AB291BE16494}" srcOrd="0" destOrd="0" presId="urn:microsoft.com/office/officeart/2005/8/layout/lProcess2"/>
    <dgm:cxn modelId="{16AF9483-D405-4BB1-9F0E-B2F6EAA9C76B}" type="presOf" srcId="{A74ACF7B-810C-4792-A127-4120A5255A2D}" destId="{1419655D-6E91-47EC-802B-5FD423B355A8}" srcOrd="0" destOrd="0" presId="urn:microsoft.com/office/officeart/2005/8/layout/lProcess2"/>
    <dgm:cxn modelId="{178286FE-78B3-4AE2-9599-28B0CE9E9842}" type="presOf" srcId="{4BBD7A22-F1E7-4029-8489-7D6F638BBBF0}" destId="{89269F93-DFEA-443D-A428-AAABE2C9B0C9}" srcOrd="0" destOrd="0" presId="urn:microsoft.com/office/officeart/2005/8/layout/lProcess2"/>
    <dgm:cxn modelId="{59BF372B-EBD9-49B5-BCEF-098FDA094420}" type="presOf" srcId="{2CAD8BC8-446F-4011-A516-4F0660E5DBD1}" destId="{86579111-FC91-47B4-A9FD-3045A106129C}" srcOrd="0" destOrd="0" presId="urn:microsoft.com/office/officeart/2005/8/layout/lProcess2"/>
    <dgm:cxn modelId="{F83EAB80-A770-438A-A07A-33921450201F}" type="presOf" srcId="{4BBD7A22-F1E7-4029-8489-7D6F638BBBF0}" destId="{3BE935D5-2E6F-48F2-8304-F8F4F718FFCD}" srcOrd="1" destOrd="0" presId="urn:microsoft.com/office/officeart/2005/8/layout/lProcess2"/>
    <dgm:cxn modelId="{C0042D5A-C5E5-45EB-8628-41864F34D47F}" srcId="{47F8A31A-806E-45D4-BA42-38D28C7237EA}" destId="{A74ACF7B-810C-4792-A127-4120A5255A2D}" srcOrd="1" destOrd="0" parTransId="{86F2AB92-11E9-4FA7-86E0-166A8CB1177E}" sibTransId="{95120F8B-7002-4540-AB3C-08C7040F9937}"/>
    <dgm:cxn modelId="{D1E94D15-B9BA-4A72-B585-E67783670CCD}" type="presOf" srcId="{2CAD8BC8-446F-4011-A516-4F0660E5DBD1}" destId="{D5896EF5-650B-41EF-B396-DDAB6EECBDD4}" srcOrd="1" destOrd="0" presId="urn:microsoft.com/office/officeart/2005/8/layout/lProcess2"/>
    <dgm:cxn modelId="{D738D5BE-DCBC-4723-8E84-70A568836221}" type="presOf" srcId="{A74ACF7B-810C-4792-A127-4120A5255A2D}" destId="{1173DC12-ADDE-45CC-ACA2-581E4F3D4A37}" srcOrd="1" destOrd="0" presId="urn:microsoft.com/office/officeart/2005/8/layout/lProcess2"/>
    <dgm:cxn modelId="{D268DFEE-7467-4DCD-909D-160BDBF1B9E1}" srcId="{47F8A31A-806E-45D4-BA42-38D28C7237EA}" destId="{4BBD7A22-F1E7-4029-8489-7D6F638BBBF0}" srcOrd="0" destOrd="0" parTransId="{D1DC5FA9-DE6C-4D10-8347-1D2F4885AE70}" sibTransId="{4D446EE5-B355-4676-B0FB-EEC6257B2625}"/>
    <dgm:cxn modelId="{C84EB305-11B1-4B88-96A7-397967F5B3B1}" srcId="{47F8A31A-806E-45D4-BA42-38D28C7237EA}" destId="{2CAD8BC8-446F-4011-A516-4F0660E5DBD1}" srcOrd="2" destOrd="0" parTransId="{C537E4B9-7B38-4641-A2B9-E1E6174BAF5F}" sibTransId="{48D7543F-B568-430F-A287-88134415C110}"/>
    <dgm:cxn modelId="{38B55A35-7A82-4567-B492-72AF67DE4B44}" type="presParOf" srcId="{8FFB952D-0542-447A-821F-AB291BE16494}" destId="{1E873FCE-9BEB-4CA3-A7A1-FECB6F9CB298}" srcOrd="0" destOrd="0" presId="urn:microsoft.com/office/officeart/2005/8/layout/lProcess2"/>
    <dgm:cxn modelId="{6F5EBA89-BD0D-4CEA-AEF3-4E35F5A321F1}" type="presParOf" srcId="{1E873FCE-9BEB-4CA3-A7A1-FECB6F9CB298}" destId="{89269F93-DFEA-443D-A428-AAABE2C9B0C9}" srcOrd="0" destOrd="0" presId="urn:microsoft.com/office/officeart/2005/8/layout/lProcess2"/>
    <dgm:cxn modelId="{4BF883A3-B926-4B42-A919-37F829800434}" type="presParOf" srcId="{1E873FCE-9BEB-4CA3-A7A1-FECB6F9CB298}" destId="{3BE935D5-2E6F-48F2-8304-F8F4F718FFCD}" srcOrd="1" destOrd="0" presId="urn:microsoft.com/office/officeart/2005/8/layout/lProcess2"/>
    <dgm:cxn modelId="{EBE0C1BD-2BED-405C-A43E-5742BF9826E6}" type="presParOf" srcId="{1E873FCE-9BEB-4CA3-A7A1-FECB6F9CB298}" destId="{9ABE414B-7132-428C-A66C-B3D4F1373870}" srcOrd="2" destOrd="0" presId="urn:microsoft.com/office/officeart/2005/8/layout/lProcess2"/>
    <dgm:cxn modelId="{7F964A5A-D5B5-489A-8ED8-502FA2455C75}" type="presParOf" srcId="{9ABE414B-7132-428C-A66C-B3D4F1373870}" destId="{DE492824-A34E-4EE8-9F7F-602AA82BE269}" srcOrd="0" destOrd="0" presId="urn:microsoft.com/office/officeart/2005/8/layout/lProcess2"/>
    <dgm:cxn modelId="{058CEF27-3E78-49C0-82B8-9B7B6A8F7E3A}" type="presParOf" srcId="{8FFB952D-0542-447A-821F-AB291BE16494}" destId="{9FEC7346-604E-49BE-B4C3-42F9CB3E924D}" srcOrd="1" destOrd="0" presId="urn:microsoft.com/office/officeart/2005/8/layout/lProcess2"/>
    <dgm:cxn modelId="{4D80F0EE-AD37-4B39-9EED-6B0AC5506EF2}" type="presParOf" srcId="{8FFB952D-0542-447A-821F-AB291BE16494}" destId="{C935412F-12C4-441A-A6A4-A78AF1B99E44}" srcOrd="2" destOrd="0" presId="urn:microsoft.com/office/officeart/2005/8/layout/lProcess2"/>
    <dgm:cxn modelId="{85AC673D-0C65-4CD3-A28C-354AB80A56C4}" type="presParOf" srcId="{C935412F-12C4-441A-A6A4-A78AF1B99E44}" destId="{1419655D-6E91-47EC-802B-5FD423B355A8}" srcOrd="0" destOrd="0" presId="urn:microsoft.com/office/officeart/2005/8/layout/lProcess2"/>
    <dgm:cxn modelId="{2E9C7D3C-47DA-4AFD-BACA-4010459CABD4}" type="presParOf" srcId="{C935412F-12C4-441A-A6A4-A78AF1B99E44}" destId="{1173DC12-ADDE-45CC-ACA2-581E4F3D4A37}" srcOrd="1" destOrd="0" presId="urn:microsoft.com/office/officeart/2005/8/layout/lProcess2"/>
    <dgm:cxn modelId="{C6ABF281-903C-4B01-BF54-D8D9657D2ECA}" type="presParOf" srcId="{C935412F-12C4-441A-A6A4-A78AF1B99E44}" destId="{FC646ED9-146E-4E44-8806-53A0CEE86882}" srcOrd="2" destOrd="0" presId="urn:microsoft.com/office/officeart/2005/8/layout/lProcess2"/>
    <dgm:cxn modelId="{4407EF29-8FAF-406B-AEB9-FFBACF089E5E}" type="presParOf" srcId="{FC646ED9-146E-4E44-8806-53A0CEE86882}" destId="{988FB003-A874-42BF-9938-821E53F57A4E}" srcOrd="0" destOrd="0" presId="urn:microsoft.com/office/officeart/2005/8/layout/lProcess2"/>
    <dgm:cxn modelId="{9175165D-519D-416D-B77F-AB747388BC6B}" type="presParOf" srcId="{8FFB952D-0542-447A-821F-AB291BE16494}" destId="{806959B3-708E-442E-85EA-6B2EA32B2FAB}" srcOrd="3" destOrd="0" presId="urn:microsoft.com/office/officeart/2005/8/layout/lProcess2"/>
    <dgm:cxn modelId="{8C662CA0-1683-4FED-9302-793B98BE4B08}" type="presParOf" srcId="{8FFB952D-0542-447A-821F-AB291BE16494}" destId="{2FA96D18-1FA7-458F-B87C-8A471AF6FE5D}" srcOrd="4" destOrd="0" presId="urn:microsoft.com/office/officeart/2005/8/layout/lProcess2"/>
    <dgm:cxn modelId="{6999C9EB-9D43-4BEA-A6F9-EE96B7DC36B4}" type="presParOf" srcId="{2FA96D18-1FA7-458F-B87C-8A471AF6FE5D}" destId="{86579111-FC91-47B4-A9FD-3045A106129C}" srcOrd="0" destOrd="0" presId="urn:microsoft.com/office/officeart/2005/8/layout/lProcess2"/>
    <dgm:cxn modelId="{4426D0A9-74B8-4A07-841F-8E87CD33BFCF}" type="presParOf" srcId="{2FA96D18-1FA7-458F-B87C-8A471AF6FE5D}" destId="{D5896EF5-650B-41EF-B396-DDAB6EECBDD4}" srcOrd="1" destOrd="0" presId="urn:microsoft.com/office/officeart/2005/8/layout/lProcess2"/>
    <dgm:cxn modelId="{38B4237E-B3E5-48C9-8A0C-E0C3F4EC14FA}" type="presParOf" srcId="{2FA96D18-1FA7-458F-B87C-8A471AF6FE5D}" destId="{EDC5A66D-D94B-4DB9-902C-7C486E4DC2AE}" srcOrd="2" destOrd="0" presId="urn:microsoft.com/office/officeart/2005/8/layout/lProcess2"/>
    <dgm:cxn modelId="{9C5A486A-75B6-4F99-8908-9739882B7E50}" type="presParOf" srcId="{EDC5A66D-D94B-4DB9-902C-7C486E4DC2AE}" destId="{74C59BBF-845E-4C4D-91DE-646D66E0DE87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F8A31A-806E-45D4-BA42-38D28C7237E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4ACF7B-810C-4792-A127-4120A5255A2D}">
      <dgm:prSet/>
      <dgm:spPr/>
      <dgm:t>
        <a:bodyPr/>
        <a:lstStyle/>
        <a:p>
          <a:pPr rtl="0"/>
          <a:r>
            <a:rPr lang="en-US" dirty="0" smtClean="0"/>
            <a:t>LDR + LED</a:t>
          </a:r>
          <a:endParaRPr lang="en-US" dirty="0"/>
        </a:p>
      </dgm:t>
    </dgm:pt>
    <dgm:pt modelId="{86F2AB92-11E9-4FA7-86E0-166A8CB1177E}" type="parTrans" cxnId="{C0042D5A-C5E5-45EB-8628-41864F34D47F}">
      <dgm:prSet/>
      <dgm:spPr/>
      <dgm:t>
        <a:bodyPr/>
        <a:lstStyle/>
        <a:p>
          <a:endParaRPr lang="en-US"/>
        </a:p>
      </dgm:t>
    </dgm:pt>
    <dgm:pt modelId="{95120F8B-7002-4540-AB3C-08C7040F9937}" type="sibTrans" cxnId="{C0042D5A-C5E5-45EB-8628-41864F34D47F}">
      <dgm:prSet/>
      <dgm:spPr/>
      <dgm:t>
        <a:bodyPr/>
        <a:lstStyle/>
        <a:p>
          <a:endParaRPr lang="en-US"/>
        </a:p>
      </dgm:t>
    </dgm:pt>
    <dgm:pt modelId="{2CAD8BC8-446F-4011-A516-4F0660E5DBD1}">
      <dgm:prSet/>
      <dgm:spPr/>
      <dgm:t>
        <a:bodyPr/>
        <a:lstStyle/>
        <a:p>
          <a:pPr rtl="0"/>
          <a:r>
            <a:rPr lang="en-US" dirty="0" smtClean="0"/>
            <a:t>Water sensor </a:t>
          </a:r>
          <a:endParaRPr lang="en-US" dirty="0"/>
        </a:p>
      </dgm:t>
    </dgm:pt>
    <dgm:pt modelId="{C537E4B9-7B38-4641-A2B9-E1E6174BAF5F}" type="parTrans" cxnId="{C84EB305-11B1-4B88-96A7-397967F5B3B1}">
      <dgm:prSet/>
      <dgm:spPr/>
      <dgm:t>
        <a:bodyPr/>
        <a:lstStyle/>
        <a:p>
          <a:endParaRPr lang="en-US"/>
        </a:p>
      </dgm:t>
    </dgm:pt>
    <dgm:pt modelId="{48D7543F-B568-430F-A287-88134415C110}" type="sibTrans" cxnId="{C84EB305-11B1-4B88-96A7-397967F5B3B1}">
      <dgm:prSet/>
      <dgm:spPr/>
      <dgm:t>
        <a:bodyPr/>
        <a:lstStyle/>
        <a:p>
          <a:endParaRPr lang="en-US"/>
        </a:p>
      </dgm:t>
    </dgm:pt>
    <dgm:pt modelId="{4BBD7A22-F1E7-4029-8489-7D6F638BBBF0}">
      <dgm:prSet/>
      <dgm:spPr/>
      <dgm:t>
        <a:bodyPr/>
        <a:lstStyle/>
        <a:p>
          <a:pPr rtl="0"/>
          <a:r>
            <a:rPr lang="en-US" dirty="0" smtClean="0"/>
            <a:t>Sensors: Ultrasonic + voice feedback</a:t>
          </a:r>
          <a:endParaRPr lang="en-US" dirty="0"/>
        </a:p>
      </dgm:t>
    </dgm:pt>
    <dgm:pt modelId="{4D446EE5-B355-4676-B0FB-EEC6257B2625}" type="sibTrans" cxnId="{D268DFEE-7467-4DCD-909D-160BDBF1B9E1}">
      <dgm:prSet/>
      <dgm:spPr/>
      <dgm:t>
        <a:bodyPr/>
        <a:lstStyle/>
        <a:p>
          <a:endParaRPr lang="en-US"/>
        </a:p>
      </dgm:t>
    </dgm:pt>
    <dgm:pt modelId="{D1DC5FA9-DE6C-4D10-8347-1D2F4885AE70}" type="parTrans" cxnId="{D268DFEE-7467-4DCD-909D-160BDBF1B9E1}">
      <dgm:prSet/>
      <dgm:spPr/>
      <dgm:t>
        <a:bodyPr/>
        <a:lstStyle/>
        <a:p>
          <a:endParaRPr lang="en-US"/>
        </a:p>
      </dgm:t>
    </dgm:pt>
    <dgm:pt modelId="{8FFB952D-0542-447A-821F-AB291BE16494}" type="pres">
      <dgm:prSet presAssocID="{47F8A31A-806E-45D4-BA42-38D28C7237E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873FCE-9BEB-4CA3-A7A1-FECB6F9CB298}" type="pres">
      <dgm:prSet presAssocID="{4BBD7A22-F1E7-4029-8489-7D6F638BBBF0}" presName="compNode" presStyleCnt="0"/>
      <dgm:spPr/>
    </dgm:pt>
    <dgm:pt modelId="{89269F93-DFEA-443D-A428-AAABE2C9B0C9}" type="pres">
      <dgm:prSet presAssocID="{4BBD7A22-F1E7-4029-8489-7D6F638BBBF0}" presName="aNode" presStyleLbl="bgShp" presStyleIdx="0" presStyleCnt="3"/>
      <dgm:spPr/>
      <dgm:t>
        <a:bodyPr/>
        <a:lstStyle/>
        <a:p>
          <a:endParaRPr lang="en-US"/>
        </a:p>
      </dgm:t>
    </dgm:pt>
    <dgm:pt modelId="{3BE935D5-2E6F-48F2-8304-F8F4F718FFCD}" type="pres">
      <dgm:prSet presAssocID="{4BBD7A22-F1E7-4029-8489-7D6F638BBBF0}" presName="textNode" presStyleLbl="bgShp" presStyleIdx="0" presStyleCnt="3"/>
      <dgm:spPr/>
      <dgm:t>
        <a:bodyPr/>
        <a:lstStyle/>
        <a:p>
          <a:endParaRPr lang="en-US"/>
        </a:p>
      </dgm:t>
    </dgm:pt>
    <dgm:pt modelId="{9ABE414B-7132-428C-A66C-B3D4F1373870}" type="pres">
      <dgm:prSet presAssocID="{4BBD7A22-F1E7-4029-8489-7D6F638BBBF0}" presName="compChildNode" presStyleCnt="0"/>
      <dgm:spPr/>
    </dgm:pt>
    <dgm:pt modelId="{DE492824-A34E-4EE8-9F7F-602AA82BE269}" type="pres">
      <dgm:prSet presAssocID="{4BBD7A22-F1E7-4029-8489-7D6F638BBBF0}" presName="theInnerList" presStyleCnt="0"/>
      <dgm:spPr/>
    </dgm:pt>
    <dgm:pt modelId="{9FEC7346-604E-49BE-B4C3-42F9CB3E924D}" type="pres">
      <dgm:prSet presAssocID="{4BBD7A22-F1E7-4029-8489-7D6F638BBBF0}" presName="aSpace" presStyleCnt="0"/>
      <dgm:spPr/>
    </dgm:pt>
    <dgm:pt modelId="{C935412F-12C4-441A-A6A4-A78AF1B99E44}" type="pres">
      <dgm:prSet presAssocID="{A74ACF7B-810C-4792-A127-4120A5255A2D}" presName="compNode" presStyleCnt="0"/>
      <dgm:spPr/>
    </dgm:pt>
    <dgm:pt modelId="{1419655D-6E91-47EC-802B-5FD423B355A8}" type="pres">
      <dgm:prSet presAssocID="{A74ACF7B-810C-4792-A127-4120A5255A2D}" presName="aNode" presStyleLbl="bgShp" presStyleIdx="1" presStyleCnt="3"/>
      <dgm:spPr/>
      <dgm:t>
        <a:bodyPr/>
        <a:lstStyle/>
        <a:p>
          <a:endParaRPr lang="en-US"/>
        </a:p>
      </dgm:t>
    </dgm:pt>
    <dgm:pt modelId="{1173DC12-ADDE-45CC-ACA2-581E4F3D4A37}" type="pres">
      <dgm:prSet presAssocID="{A74ACF7B-810C-4792-A127-4120A5255A2D}" presName="textNode" presStyleLbl="bgShp" presStyleIdx="1" presStyleCnt="3"/>
      <dgm:spPr/>
      <dgm:t>
        <a:bodyPr/>
        <a:lstStyle/>
        <a:p>
          <a:endParaRPr lang="en-US"/>
        </a:p>
      </dgm:t>
    </dgm:pt>
    <dgm:pt modelId="{FC646ED9-146E-4E44-8806-53A0CEE86882}" type="pres">
      <dgm:prSet presAssocID="{A74ACF7B-810C-4792-A127-4120A5255A2D}" presName="compChildNode" presStyleCnt="0"/>
      <dgm:spPr/>
    </dgm:pt>
    <dgm:pt modelId="{988FB003-A874-42BF-9938-821E53F57A4E}" type="pres">
      <dgm:prSet presAssocID="{A74ACF7B-810C-4792-A127-4120A5255A2D}" presName="theInnerList" presStyleCnt="0"/>
      <dgm:spPr/>
    </dgm:pt>
    <dgm:pt modelId="{806959B3-708E-442E-85EA-6B2EA32B2FAB}" type="pres">
      <dgm:prSet presAssocID="{A74ACF7B-810C-4792-A127-4120A5255A2D}" presName="aSpace" presStyleCnt="0"/>
      <dgm:spPr/>
    </dgm:pt>
    <dgm:pt modelId="{2FA96D18-1FA7-458F-B87C-8A471AF6FE5D}" type="pres">
      <dgm:prSet presAssocID="{2CAD8BC8-446F-4011-A516-4F0660E5DBD1}" presName="compNode" presStyleCnt="0"/>
      <dgm:spPr/>
    </dgm:pt>
    <dgm:pt modelId="{86579111-FC91-47B4-A9FD-3045A106129C}" type="pres">
      <dgm:prSet presAssocID="{2CAD8BC8-446F-4011-A516-4F0660E5DBD1}" presName="aNode" presStyleLbl="bgShp" presStyleIdx="2" presStyleCnt="3"/>
      <dgm:spPr/>
      <dgm:t>
        <a:bodyPr/>
        <a:lstStyle/>
        <a:p>
          <a:endParaRPr lang="en-US"/>
        </a:p>
      </dgm:t>
    </dgm:pt>
    <dgm:pt modelId="{D5896EF5-650B-41EF-B396-DDAB6EECBDD4}" type="pres">
      <dgm:prSet presAssocID="{2CAD8BC8-446F-4011-A516-4F0660E5DBD1}" presName="textNode" presStyleLbl="bgShp" presStyleIdx="2" presStyleCnt="3"/>
      <dgm:spPr/>
      <dgm:t>
        <a:bodyPr/>
        <a:lstStyle/>
        <a:p>
          <a:endParaRPr lang="en-US"/>
        </a:p>
      </dgm:t>
    </dgm:pt>
    <dgm:pt modelId="{EDC5A66D-D94B-4DB9-902C-7C486E4DC2AE}" type="pres">
      <dgm:prSet presAssocID="{2CAD8BC8-446F-4011-A516-4F0660E5DBD1}" presName="compChildNode" presStyleCnt="0"/>
      <dgm:spPr/>
    </dgm:pt>
    <dgm:pt modelId="{74C59BBF-845E-4C4D-91DE-646D66E0DE87}" type="pres">
      <dgm:prSet presAssocID="{2CAD8BC8-446F-4011-A516-4F0660E5DBD1}" presName="theInnerList" presStyleCnt="0"/>
      <dgm:spPr/>
    </dgm:pt>
  </dgm:ptLst>
  <dgm:cxnLst>
    <dgm:cxn modelId="{B5401A28-77C3-4496-A488-B1B7E3D61A6E}" type="presOf" srcId="{47F8A31A-806E-45D4-BA42-38D28C7237EA}" destId="{8FFB952D-0542-447A-821F-AB291BE16494}" srcOrd="0" destOrd="0" presId="urn:microsoft.com/office/officeart/2005/8/layout/lProcess2"/>
    <dgm:cxn modelId="{16AF9483-D405-4BB1-9F0E-B2F6EAA9C76B}" type="presOf" srcId="{A74ACF7B-810C-4792-A127-4120A5255A2D}" destId="{1419655D-6E91-47EC-802B-5FD423B355A8}" srcOrd="0" destOrd="0" presId="urn:microsoft.com/office/officeart/2005/8/layout/lProcess2"/>
    <dgm:cxn modelId="{178286FE-78B3-4AE2-9599-28B0CE9E9842}" type="presOf" srcId="{4BBD7A22-F1E7-4029-8489-7D6F638BBBF0}" destId="{89269F93-DFEA-443D-A428-AAABE2C9B0C9}" srcOrd="0" destOrd="0" presId="urn:microsoft.com/office/officeart/2005/8/layout/lProcess2"/>
    <dgm:cxn modelId="{59BF372B-EBD9-49B5-BCEF-098FDA094420}" type="presOf" srcId="{2CAD8BC8-446F-4011-A516-4F0660E5DBD1}" destId="{86579111-FC91-47B4-A9FD-3045A106129C}" srcOrd="0" destOrd="0" presId="urn:microsoft.com/office/officeart/2005/8/layout/lProcess2"/>
    <dgm:cxn modelId="{F83EAB80-A770-438A-A07A-33921450201F}" type="presOf" srcId="{4BBD7A22-F1E7-4029-8489-7D6F638BBBF0}" destId="{3BE935D5-2E6F-48F2-8304-F8F4F718FFCD}" srcOrd="1" destOrd="0" presId="urn:microsoft.com/office/officeart/2005/8/layout/lProcess2"/>
    <dgm:cxn modelId="{C0042D5A-C5E5-45EB-8628-41864F34D47F}" srcId="{47F8A31A-806E-45D4-BA42-38D28C7237EA}" destId="{A74ACF7B-810C-4792-A127-4120A5255A2D}" srcOrd="1" destOrd="0" parTransId="{86F2AB92-11E9-4FA7-86E0-166A8CB1177E}" sibTransId="{95120F8B-7002-4540-AB3C-08C7040F9937}"/>
    <dgm:cxn modelId="{D1E94D15-B9BA-4A72-B585-E67783670CCD}" type="presOf" srcId="{2CAD8BC8-446F-4011-A516-4F0660E5DBD1}" destId="{D5896EF5-650B-41EF-B396-DDAB6EECBDD4}" srcOrd="1" destOrd="0" presId="urn:microsoft.com/office/officeart/2005/8/layout/lProcess2"/>
    <dgm:cxn modelId="{D738D5BE-DCBC-4723-8E84-70A568836221}" type="presOf" srcId="{A74ACF7B-810C-4792-A127-4120A5255A2D}" destId="{1173DC12-ADDE-45CC-ACA2-581E4F3D4A37}" srcOrd="1" destOrd="0" presId="urn:microsoft.com/office/officeart/2005/8/layout/lProcess2"/>
    <dgm:cxn modelId="{D268DFEE-7467-4DCD-909D-160BDBF1B9E1}" srcId="{47F8A31A-806E-45D4-BA42-38D28C7237EA}" destId="{4BBD7A22-F1E7-4029-8489-7D6F638BBBF0}" srcOrd="0" destOrd="0" parTransId="{D1DC5FA9-DE6C-4D10-8347-1D2F4885AE70}" sibTransId="{4D446EE5-B355-4676-B0FB-EEC6257B2625}"/>
    <dgm:cxn modelId="{C84EB305-11B1-4B88-96A7-397967F5B3B1}" srcId="{47F8A31A-806E-45D4-BA42-38D28C7237EA}" destId="{2CAD8BC8-446F-4011-A516-4F0660E5DBD1}" srcOrd="2" destOrd="0" parTransId="{C537E4B9-7B38-4641-A2B9-E1E6174BAF5F}" sibTransId="{48D7543F-B568-430F-A287-88134415C110}"/>
    <dgm:cxn modelId="{38B55A35-7A82-4567-B492-72AF67DE4B44}" type="presParOf" srcId="{8FFB952D-0542-447A-821F-AB291BE16494}" destId="{1E873FCE-9BEB-4CA3-A7A1-FECB6F9CB298}" srcOrd="0" destOrd="0" presId="urn:microsoft.com/office/officeart/2005/8/layout/lProcess2"/>
    <dgm:cxn modelId="{6F5EBA89-BD0D-4CEA-AEF3-4E35F5A321F1}" type="presParOf" srcId="{1E873FCE-9BEB-4CA3-A7A1-FECB6F9CB298}" destId="{89269F93-DFEA-443D-A428-AAABE2C9B0C9}" srcOrd="0" destOrd="0" presId="urn:microsoft.com/office/officeart/2005/8/layout/lProcess2"/>
    <dgm:cxn modelId="{4BF883A3-B926-4B42-A919-37F829800434}" type="presParOf" srcId="{1E873FCE-9BEB-4CA3-A7A1-FECB6F9CB298}" destId="{3BE935D5-2E6F-48F2-8304-F8F4F718FFCD}" srcOrd="1" destOrd="0" presId="urn:microsoft.com/office/officeart/2005/8/layout/lProcess2"/>
    <dgm:cxn modelId="{EBE0C1BD-2BED-405C-A43E-5742BF9826E6}" type="presParOf" srcId="{1E873FCE-9BEB-4CA3-A7A1-FECB6F9CB298}" destId="{9ABE414B-7132-428C-A66C-B3D4F1373870}" srcOrd="2" destOrd="0" presId="urn:microsoft.com/office/officeart/2005/8/layout/lProcess2"/>
    <dgm:cxn modelId="{7F964A5A-D5B5-489A-8ED8-502FA2455C75}" type="presParOf" srcId="{9ABE414B-7132-428C-A66C-B3D4F1373870}" destId="{DE492824-A34E-4EE8-9F7F-602AA82BE269}" srcOrd="0" destOrd="0" presId="urn:microsoft.com/office/officeart/2005/8/layout/lProcess2"/>
    <dgm:cxn modelId="{058CEF27-3E78-49C0-82B8-9B7B6A8F7E3A}" type="presParOf" srcId="{8FFB952D-0542-447A-821F-AB291BE16494}" destId="{9FEC7346-604E-49BE-B4C3-42F9CB3E924D}" srcOrd="1" destOrd="0" presId="urn:microsoft.com/office/officeart/2005/8/layout/lProcess2"/>
    <dgm:cxn modelId="{4D80F0EE-AD37-4B39-9EED-6B0AC5506EF2}" type="presParOf" srcId="{8FFB952D-0542-447A-821F-AB291BE16494}" destId="{C935412F-12C4-441A-A6A4-A78AF1B99E44}" srcOrd="2" destOrd="0" presId="urn:microsoft.com/office/officeart/2005/8/layout/lProcess2"/>
    <dgm:cxn modelId="{85AC673D-0C65-4CD3-A28C-354AB80A56C4}" type="presParOf" srcId="{C935412F-12C4-441A-A6A4-A78AF1B99E44}" destId="{1419655D-6E91-47EC-802B-5FD423B355A8}" srcOrd="0" destOrd="0" presId="urn:microsoft.com/office/officeart/2005/8/layout/lProcess2"/>
    <dgm:cxn modelId="{2E9C7D3C-47DA-4AFD-BACA-4010459CABD4}" type="presParOf" srcId="{C935412F-12C4-441A-A6A4-A78AF1B99E44}" destId="{1173DC12-ADDE-45CC-ACA2-581E4F3D4A37}" srcOrd="1" destOrd="0" presId="urn:microsoft.com/office/officeart/2005/8/layout/lProcess2"/>
    <dgm:cxn modelId="{C6ABF281-903C-4B01-BF54-D8D9657D2ECA}" type="presParOf" srcId="{C935412F-12C4-441A-A6A4-A78AF1B99E44}" destId="{FC646ED9-146E-4E44-8806-53A0CEE86882}" srcOrd="2" destOrd="0" presId="urn:microsoft.com/office/officeart/2005/8/layout/lProcess2"/>
    <dgm:cxn modelId="{4407EF29-8FAF-406B-AEB9-FFBACF089E5E}" type="presParOf" srcId="{FC646ED9-146E-4E44-8806-53A0CEE86882}" destId="{988FB003-A874-42BF-9938-821E53F57A4E}" srcOrd="0" destOrd="0" presId="urn:microsoft.com/office/officeart/2005/8/layout/lProcess2"/>
    <dgm:cxn modelId="{9175165D-519D-416D-B77F-AB747388BC6B}" type="presParOf" srcId="{8FFB952D-0542-447A-821F-AB291BE16494}" destId="{806959B3-708E-442E-85EA-6B2EA32B2FAB}" srcOrd="3" destOrd="0" presId="urn:microsoft.com/office/officeart/2005/8/layout/lProcess2"/>
    <dgm:cxn modelId="{8C662CA0-1683-4FED-9302-793B98BE4B08}" type="presParOf" srcId="{8FFB952D-0542-447A-821F-AB291BE16494}" destId="{2FA96D18-1FA7-458F-B87C-8A471AF6FE5D}" srcOrd="4" destOrd="0" presId="urn:microsoft.com/office/officeart/2005/8/layout/lProcess2"/>
    <dgm:cxn modelId="{6999C9EB-9D43-4BEA-A6F9-EE96B7DC36B4}" type="presParOf" srcId="{2FA96D18-1FA7-458F-B87C-8A471AF6FE5D}" destId="{86579111-FC91-47B4-A9FD-3045A106129C}" srcOrd="0" destOrd="0" presId="urn:microsoft.com/office/officeart/2005/8/layout/lProcess2"/>
    <dgm:cxn modelId="{4426D0A9-74B8-4A07-841F-8E87CD33BFCF}" type="presParOf" srcId="{2FA96D18-1FA7-458F-B87C-8A471AF6FE5D}" destId="{D5896EF5-650B-41EF-B396-DDAB6EECBDD4}" srcOrd="1" destOrd="0" presId="urn:microsoft.com/office/officeart/2005/8/layout/lProcess2"/>
    <dgm:cxn modelId="{38B4237E-B3E5-48C9-8A0C-E0C3F4EC14FA}" type="presParOf" srcId="{2FA96D18-1FA7-458F-B87C-8A471AF6FE5D}" destId="{EDC5A66D-D94B-4DB9-902C-7C486E4DC2AE}" srcOrd="2" destOrd="0" presId="urn:microsoft.com/office/officeart/2005/8/layout/lProcess2"/>
    <dgm:cxn modelId="{9C5A486A-75B6-4F99-8908-9739882B7E50}" type="presParOf" srcId="{EDC5A66D-D94B-4DB9-902C-7C486E4DC2AE}" destId="{74C59BBF-845E-4C4D-91DE-646D66E0DE87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F8A31A-806E-45D4-BA42-38D28C7237E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BD7A22-F1E7-4029-8489-7D6F638BBBF0}">
      <dgm:prSet/>
      <dgm:spPr/>
      <dgm:t>
        <a:bodyPr/>
        <a:lstStyle/>
        <a:p>
          <a:pPr rtl="0"/>
          <a:r>
            <a:rPr lang="en-US" dirty="0" smtClean="0"/>
            <a:t>ESP32</a:t>
          </a:r>
          <a:endParaRPr lang="en-US" dirty="0"/>
        </a:p>
      </dgm:t>
    </dgm:pt>
    <dgm:pt modelId="{D1DC5FA9-DE6C-4D10-8347-1D2F4885AE70}" type="parTrans" cxnId="{D268DFEE-7467-4DCD-909D-160BDBF1B9E1}">
      <dgm:prSet/>
      <dgm:spPr/>
      <dgm:t>
        <a:bodyPr/>
        <a:lstStyle/>
        <a:p>
          <a:endParaRPr lang="en-US"/>
        </a:p>
      </dgm:t>
    </dgm:pt>
    <dgm:pt modelId="{4D446EE5-B355-4676-B0FB-EEC6257B2625}" type="sibTrans" cxnId="{D268DFEE-7467-4DCD-909D-160BDBF1B9E1}">
      <dgm:prSet/>
      <dgm:spPr/>
      <dgm:t>
        <a:bodyPr/>
        <a:lstStyle/>
        <a:p>
          <a:endParaRPr lang="en-US"/>
        </a:p>
      </dgm:t>
    </dgm:pt>
    <dgm:pt modelId="{A74ACF7B-810C-4792-A127-4120A5255A2D}">
      <dgm:prSet/>
      <dgm:spPr/>
      <dgm:t>
        <a:bodyPr/>
        <a:lstStyle/>
        <a:p>
          <a:pPr rtl="0"/>
          <a:r>
            <a:rPr lang="en-US" dirty="0" smtClean="0"/>
            <a:t>NEO-6M GPS Module</a:t>
          </a:r>
          <a:endParaRPr lang="en-US" dirty="0"/>
        </a:p>
      </dgm:t>
    </dgm:pt>
    <dgm:pt modelId="{86F2AB92-11E9-4FA7-86E0-166A8CB1177E}" type="parTrans" cxnId="{C0042D5A-C5E5-45EB-8628-41864F34D47F}">
      <dgm:prSet/>
      <dgm:spPr/>
      <dgm:t>
        <a:bodyPr/>
        <a:lstStyle/>
        <a:p>
          <a:endParaRPr lang="en-US"/>
        </a:p>
      </dgm:t>
    </dgm:pt>
    <dgm:pt modelId="{95120F8B-7002-4540-AB3C-08C7040F9937}" type="sibTrans" cxnId="{C0042D5A-C5E5-45EB-8628-41864F34D47F}">
      <dgm:prSet/>
      <dgm:spPr/>
      <dgm:t>
        <a:bodyPr/>
        <a:lstStyle/>
        <a:p>
          <a:endParaRPr lang="en-US"/>
        </a:p>
      </dgm:t>
    </dgm:pt>
    <dgm:pt modelId="{2CAD8BC8-446F-4011-A516-4F0660E5DBD1}">
      <dgm:prSet/>
      <dgm:spPr/>
      <dgm:t>
        <a:bodyPr/>
        <a:lstStyle/>
        <a:p>
          <a:pPr rtl="0"/>
          <a:r>
            <a:rPr lang="en-US" dirty="0" smtClean="0"/>
            <a:t>Emergency Button</a:t>
          </a:r>
          <a:endParaRPr lang="en-US" dirty="0"/>
        </a:p>
      </dgm:t>
    </dgm:pt>
    <dgm:pt modelId="{C537E4B9-7B38-4641-A2B9-E1E6174BAF5F}" type="parTrans" cxnId="{C84EB305-11B1-4B88-96A7-397967F5B3B1}">
      <dgm:prSet/>
      <dgm:spPr/>
      <dgm:t>
        <a:bodyPr/>
        <a:lstStyle/>
        <a:p>
          <a:endParaRPr lang="en-US"/>
        </a:p>
      </dgm:t>
    </dgm:pt>
    <dgm:pt modelId="{48D7543F-B568-430F-A287-88134415C110}" type="sibTrans" cxnId="{C84EB305-11B1-4B88-96A7-397967F5B3B1}">
      <dgm:prSet/>
      <dgm:spPr/>
      <dgm:t>
        <a:bodyPr/>
        <a:lstStyle/>
        <a:p>
          <a:endParaRPr lang="en-US"/>
        </a:p>
      </dgm:t>
    </dgm:pt>
    <dgm:pt modelId="{8FFB952D-0542-447A-821F-AB291BE16494}" type="pres">
      <dgm:prSet presAssocID="{47F8A31A-806E-45D4-BA42-38D28C7237E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873FCE-9BEB-4CA3-A7A1-FECB6F9CB298}" type="pres">
      <dgm:prSet presAssocID="{4BBD7A22-F1E7-4029-8489-7D6F638BBBF0}" presName="compNode" presStyleCnt="0"/>
      <dgm:spPr/>
    </dgm:pt>
    <dgm:pt modelId="{89269F93-DFEA-443D-A428-AAABE2C9B0C9}" type="pres">
      <dgm:prSet presAssocID="{4BBD7A22-F1E7-4029-8489-7D6F638BBBF0}" presName="aNode" presStyleLbl="bgShp" presStyleIdx="0" presStyleCnt="3"/>
      <dgm:spPr/>
      <dgm:t>
        <a:bodyPr/>
        <a:lstStyle/>
        <a:p>
          <a:endParaRPr lang="en-US"/>
        </a:p>
      </dgm:t>
    </dgm:pt>
    <dgm:pt modelId="{3BE935D5-2E6F-48F2-8304-F8F4F718FFCD}" type="pres">
      <dgm:prSet presAssocID="{4BBD7A22-F1E7-4029-8489-7D6F638BBBF0}" presName="textNode" presStyleLbl="bgShp" presStyleIdx="0" presStyleCnt="3"/>
      <dgm:spPr/>
      <dgm:t>
        <a:bodyPr/>
        <a:lstStyle/>
        <a:p>
          <a:endParaRPr lang="en-US"/>
        </a:p>
      </dgm:t>
    </dgm:pt>
    <dgm:pt modelId="{9ABE414B-7132-428C-A66C-B3D4F1373870}" type="pres">
      <dgm:prSet presAssocID="{4BBD7A22-F1E7-4029-8489-7D6F638BBBF0}" presName="compChildNode" presStyleCnt="0"/>
      <dgm:spPr/>
    </dgm:pt>
    <dgm:pt modelId="{DE492824-A34E-4EE8-9F7F-602AA82BE269}" type="pres">
      <dgm:prSet presAssocID="{4BBD7A22-F1E7-4029-8489-7D6F638BBBF0}" presName="theInnerList" presStyleCnt="0"/>
      <dgm:spPr/>
    </dgm:pt>
    <dgm:pt modelId="{9FEC7346-604E-49BE-B4C3-42F9CB3E924D}" type="pres">
      <dgm:prSet presAssocID="{4BBD7A22-F1E7-4029-8489-7D6F638BBBF0}" presName="aSpace" presStyleCnt="0"/>
      <dgm:spPr/>
    </dgm:pt>
    <dgm:pt modelId="{C935412F-12C4-441A-A6A4-A78AF1B99E44}" type="pres">
      <dgm:prSet presAssocID="{A74ACF7B-810C-4792-A127-4120A5255A2D}" presName="compNode" presStyleCnt="0"/>
      <dgm:spPr/>
    </dgm:pt>
    <dgm:pt modelId="{1419655D-6E91-47EC-802B-5FD423B355A8}" type="pres">
      <dgm:prSet presAssocID="{A74ACF7B-810C-4792-A127-4120A5255A2D}" presName="aNode" presStyleLbl="bgShp" presStyleIdx="1" presStyleCnt="3"/>
      <dgm:spPr/>
      <dgm:t>
        <a:bodyPr/>
        <a:lstStyle/>
        <a:p>
          <a:endParaRPr lang="en-US"/>
        </a:p>
      </dgm:t>
    </dgm:pt>
    <dgm:pt modelId="{1173DC12-ADDE-45CC-ACA2-581E4F3D4A37}" type="pres">
      <dgm:prSet presAssocID="{A74ACF7B-810C-4792-A127-4120A5255A2D}" presName="textNode" presStyleLbl="bgShp" presStyleIdx="1" presStyleCnt="3"/>
      <dgm:spPr/>
      <dgm:t>
        <a:bodyPr/>
        <a:lstStyle/>
        <a:p>
          <a:endParaRPr lang="en-US"/>
        </a:p>
      </dgm:t>
    </dgm:pt>
    <dgm:pt modelId="{FC646ED9-146E-4E44-8806-53A0CEE86882}" type="pres">
      <dgm:prSet presAssocID="{A74ACF7B-810C-4792-A127-4120A5255A2D}" presName="compChildNode" presStyleCnt="0"/>
      <dgm:spPr/>
    </dgm:pt>
    <dgm:pt modelId="{988FB003-A874-42BF-9938-821E53F57A4E}" type="pres">
      <dgm:prSet presAssocID="{A74ACF7B-810C-4792-A127-4120A5255A2D}" presName="theInnerList" presStyleCnt="0"/>
      <dgm:spPr/>
    </dgm:pt>
    <dgm:pt modelId="{806959B3-708E-442E-85EA-6B2EA32B2FAB}" type="pres">
      <dgm:prSet presAssocID="{A74ACF7B-810C-4792-A127-4120A5255A2D}" presName="aSpace" presStyleCnt="0"/>
      <dgm:spPr/>
    </dgm:pt>
    <dgm:pt modelId="{2FA96D18-1FA7-458F-B87C-8A471AF6FE5D}" type="pres">
      <dgm:prSet presAssocID="{2CAD8BC8-446F-4011-A516-4F0660E5DBD1}" presName="compNode" presStyleCnt="0"/>
      <dgm:spPr/>
    </dgm:pt>
    <dgm:pt modelId="{86579111-FC91-47B4-A9FD-3045A106129C}" type="pres">
      <dgm:prSet presAssocID="{2CAD8BC8-446F-4011-A516-4F0660E5DBD1}" presName="aNode" presStyleLbl="bgShp" presStyleIdx="2" presStyleCnt="3"/>
      <dgm:spPr/>
      <dgm:t>
        <a:bodyPr/>
        <a:lstStyle/>
        <a:p>
          <a:endParaRPr lang="en-US"/>
        </a:p>
      </dgm:t>
    </dgm:pt>
    <dgm:pt modelId="{D5896EF5-650B-41EF-B396-DDAB6EECBDD4}" type="pres">
      <dgm:prSet presAssocID="{2CAD8BC8-446F-4011-A516-4F0660E5DBD1}" presName="textNode" presStyleLbl="bgShp" presStyleIdx="2" presStyleCnt="3"/>
      <dgm:spPr/>
      <dgm:t>
        <a:bodyPr/>
        <a:lstStyle/>
        <a:p>
          <a:endParaRPr lang="en-US"/>
        </a:p>
      </dgm:t>
    </dgm:pt>
    <dgm:pt modelId="{EDC5A66D-D94B-4DB9-902C-7C486E4DC2AE}" type="pres">
      <dgm:prSet presAssocID="{2CAD8BC8-446F-4011-A516-4F0660E5DBD1}" presName="compChildNode" presStyleCnt="0"/>
      <dgm:spPr/>
    </dgm:pt>
    <dgm:pt modelId="{74C59BBF-845E-4C4D-91DE-646D66E0DE87}" type="pres">
      <dgm:prSet presAssocID="{2CAD8BC8-446F-4011-A516-4F0660E5DBD1}" presName="theInnerList" presStyleCnt="0"/>
      <dgm:spPr/>
    </dgm:pt>
  </dgm:ptLst>
  <dgm:cxnLst>
    <dgm:cxn modelId="{B5401A28-77C3-4496-A488-B1B7E3D61A6E}" type="presOf" srcId="{47F8A31A-806E-45D4-BA42-38D28C7237EA}" destId="{8FFB952D-0542-447A-821F-AB291BE16494}" srcOrd="0" destOrd="0" presId="urn:microsoft.com/office/officeart/2005/8/layout/lProcess2"/>
    <dgm:cxn modelId="{16AF9483-D405-4BB1-9F0E-B2F6EAA9C76B}" type="presOf" srcId="{A74ACF7B-810C-4792-A127-4120A5255A2D}" destId="{1419655D-6E91-47EC-802B-5FD423B355A8}" srcOrd="0" destOrd="0" presId="urn:microsoft.com/office/officeart/2005/8/layout/lProcess2"/>
    <dgm:cxn modelId="{178286FE-78B3-4AE2-9599-28B0CE9E9842}" type="presOf" srcId="{4BBD7A22-F1E7-4029-8489-7D6F638BBBF0}" destId="{89269F93-DFEA-443D-A428-AAABE2C9B0C9}" srcOrd="0" destOrd="0" presId="urn:microsoft.com/office/officeart/2005/8/layout/lProcess2"/>
    <dgm:cxn modelId="{59BF372B-EBD9-49B5-BCEF-098FDA094420}" type="presOf" srcId="{2CAD8BC8-446F-4011-A516-4F0660E5DBD1}" destId="{86579111-FC91-47B4-A9FD-3045A106129C}" srcOrd="0" destOrd="0" presId="urn:microsoft.com/office/officeart/2005/8/layout/lProcess2"/>
    <dgm:cxn modelId="{F83EAB80-A770-438A-A07A-33921450201F}" type="presOf" srcId="{4BBD7A22-F1E7-4029-8489-7D6F638BBBF0}" destId="{3BE935D5-2E6F-48F2-8304-F8F4F718FFCD}" srcOrd="1" destOrd="0" presId="urn:microsoft.com/office/officeart/2005/8/layout/lProcess2"/>
    <dgm:cxn modelId="{C0042D5A-C5E5-45EB-8628-41864F34D47F}" srcId="{47F8A31A-806E-45D4-BA42-38D28C7237EA}" destId="{A74ACF7B-810C-4792-A127-4120A5255A2D}" srcOrd="1" destOrd="0" parTransId="{86F2AB92-11E9-4FA7-86E0-166A8CB1177E}" sibTransId="{95120F8B-7002-4540-AB3C-08C7040F9937}"/>
    <dgm:cxn modelId="{D1E94D15-B9BA-4A72-B585-E67783670CCD}" type="presOf" srcId="{2CAD8BC8-446F-4011-A516-4F0660E5DBD1}" destId="{D5896EF5-650B-41EF-B396-DDAB6EECBDD4}" srcOrd="1" destOrd="0" presId="urn:microsoft.com/office/officeart/2005/8/layout/lProcess2"/>
    <dgm:cxn modelId="{D738D5BE-DCBC-4723-8E84-70A568836221}" type="presOf" srcId="{A74ACF7B-810C-4792-A127-4120A5255A2D}" destId="{1173DC12-ADDE-45CC-ACA2-581E4F3D4A37}" srcOrd="1" destOrd="0" presId="urn:microsoft.com/office/officeart/2005/8/layout/lProcess2"/>
    <dgm:cxn modelId="{D268DFEE-7467-4DCD-909D-160BDBF1B9E1}" srcId="{47F8A31A-806E-45D4-BA42-38D28C7237EA}" destId="{4BBD7A22-F1E7-4029-8489-7D6F638BBBF0}" srcOrd="0" destOrd="0" parTransId="{D1DC5FA9-DE6C-4D10-8347-1D2F4885AE70}" sibTransId="{4D446EE5-B355-4676-B0FB-EEC6257B2625}"/>
    <dgm:cxn modelId="{C84EB305-11B1-4B88-96A7-397967F5B3B1}" srcId="{47F8A31A-806E-45D4-BA42-38D28C7237EA}" destId="{2CAD8BC8-446F-4011-A516-4F0660E5DBD1}" srcOrd="2" destOrd="0" parTransId="{C537E4B9-7B38-4641-A2B9-E1E6174BAF5F}" sibTransId="{48D7543F-B568-430F-A287-88134415C110}"/>
    <dgm:cxn modelId="{38B55A35-7A82-4567-B492-72AF67DE4B44}" type="presParOf" srcId="{8FFB952D-0542-447A-821F-AB291BE16494}" destId="{1E873FCE-9BEB-4CA3-A7A1-FECB6F9CB298}" srcOrd="0" destOrd="0" presId="urn:microsoft.com/office/officeart/2005/8/layout/lProcess2"/>
    <dgm:cxn modelId="{6F5EBA89-BD0D-4CEA-AEF3-4E35F5A321F1}" type="presParOf" srcId="{1E873FCE-9BEB-4CA3-A7A1-FECB6F9CB298}" destId="{89269F93-DFEA-443D-A428-AAABE2C9B0C9}" srcOrd="0" destOrd="0" presId="urn:microsoft.com/office/officeart/2005/8/layout/lProcess2"/>
    <dgm:cxn modelId="{4BF883A3-B926-4B42-A919-37F829800434}" type="presParOf" srcId="{1E873FCE-9BEB-4CA3-A7A1-FECB6F9CB298}" destId="{3BE935D5-2E6F-48F2-8304-F8F4F718FFCD}" srcOrd="1" destOrd="0" presId="urn:microsoft.com/office/officeart/2005/8/layout/lProcess2"/>
    <dgm:cxn modelId="{EBE0C1BD-2BED-405C-A43E-5742BF9826E6}" type="presParOf" srcId="{1E873FCE-9BEB-4CA3-A7A1-FECB6F9CB298}" destId="{9ABE414B-7132-428C-A66C-B3D4F1373870}" srcOrd="2" destOrd="0" presId="urn:microsoft.com/office/officeart/2005/8/layout/lProcess2"/>
    <dgm:cxn modelId="{7F964A5A-D5B5-489A-8ED8-502FA2455C75}" type="presParOf" srcId="{9ABE414B-7132-428C-A66C-B3D4F1373870}" destId="{DE492824-A34E-4EE8-9F7F-602AA82BE269}" srcOrd="0" destOrd="0" presId="urn:microsoft.com/office/officeart/2005/8/layout/lProcess2"/>
    <dgm:cxn modelId="{058CEF27-3E78-49C0-82B8-9B7B6A8F7E3A}" type="presParOf" srcId="{8FFB952D-0542-447A-821F-AB291BE16494}" destId="{9FEC7346-604E-49BE-B4C3-42F9CB3E924D}" srcOrd="1" destOrd="0" presId="urn:microsoft.com/office/officeart/2005/8/layout/lProcess2"/>
    <dgm:cxn modelId="{4D80F0EE-AD37-4B39-9EED-6B0AC5506EF2}" type="presParOf" srcId="{8FFB952D-0542-447A-821F-AB291BE16494}" destId="{C935412F-12C4-441A-A6A4-A78AF1B99E44}" srcOrd="2" destOrd="0" presId="urn:microsoft.com/office/officeart/2005/8/layout/lProcess2"/>
    <dgm:cxn modelId="{85AC673D-0C65-4CD3-A28C-354AB80A56C4}" type="presParOf" srcId="{C935412F-12C4-441A-A6A4-A78AF1B99E44}" destId="{1419655D-6E91-47EC-802B-5FD423B355A8}" srcOrd="0" destOrd="0" presId="urn:microsoft.com/office/officeart/2005/8/layout/lProcess2"/>
    <dgm:cxn modelId="{2E9C7D3C-47DA-4AFD-BACA-4010459CABD4}" type="presParOf" srcId="{C935412F-12C4-441A-A6A4-A78AF1B99E44}" destId="{1173DC12-ADDE-45CC-ACA2-581E4F3D4A37}" srcOrd="1" destOrd="0" presId="urn:microsoft.com/office/officeart/2005/8/layout/lProcess2"/>
    <dgm:cxn modelId="{C6ABF281-903C-4B01-BF54-D8D9657D2ECA}" type="presParOf" srcId="{C935412F-12C4-441A-A6A4-A78AF1B99E44}" destId="{FC646ED9-146E-4E44-8806-53A0CEE86882}" srcOrd="2" destOrd="0" presId="urn:microsoft.com/office/officeart/2005/8/layout/lProcess2"/>
    <dgm:cxn modelId="{4407EF29-8FAF-406B-AEB9-FFBACF089E5E}" type="presParOf" srcId="{FC646ED9-146E-4E44-8806-53A0CEE86882}" destId="{988FB003-A874-42BF-9938-821E53F57A4E}" srcOrd="0" destOrd="0" presId="urn:microsoft.com/office/officeart/2005/8/layout/lProcess2"/>
    <dgm:cxn modelId="{9175165D-519D-416D-B77F-AB747388BC6B}" type="presParOf" srcId="{8FFB952D-0542-447A-821F-AB291BE16494}" destId="{806959B3-708E-442E-85EA-6B2EA32B2FAB}" srcOrd="3" destOrd="0" presId="urn:microsoft.com/office/officeart/2005/8/layout/lProcess2"/>
    <dgm:cxn modelId="{8C662CA0-1683-4FED-9302-793B98BE4B08}" type="presParOf" srcId="{8FFB952D-0542-447A-821F-AB291BE16494}" destId="{2FA96D18-1FA7-458F-B87C-8A471AF6FE5D}" srcOrd="4" destOrd="0" presId="urn:microsoft.com/office/officeart/2005/8/layout/lProcess2"/>
    <dgm:cxn modelId="{6999C9EB-9D43-4BEA-A6F9-EE96B7DC36B4}" type="presParOf" srcId="{2FA96D18-1FA7-458F-B87C-8A471AF6FE5D}" destId="{86579111-FC91-47B4-A9FD-3045A106129C}" srcOrd="0" destOrd="0" presId="urn:microsoft.com/office/officeart/2005/8/layout/lProcess2"/>
    <dgm:cxn modelId="{4426D0A9-74B8-4A07-841F-8E87CD33BFCF}" type="presParOf" srcId="{2FA96D18-1FA7-458F-B87C-8A471AF6FE5D}" destId="{D5896EF5-650B-41EF-B396-DDAB6EECBDD4}" srcOrd="1" destOrd="0" presId="urn:microsoft.com/office/officeart/2005/8/layout/lProcess2"/>
    <dgm:cxn modelId="{38B4237E-B3E5-48C9-8A0C-E0C3F4EC14FA}" type="presParOf" srcId="{2FA96D18-1FA7-458F-B87C-8A471AF6FE5D}" destId="{EDC5A66D-D94B-4DB9-902C-7C486E4DC2AE}" srcOrd="2" destOrd="0" presId="urn:microsoft.com/office/officeart/2005/8/layout/lProcess2"/>
    <dgm:cxn modelId="{9C5A486A-75B6-4F99-8908-9739882B7E50}" type="presParOf" srcId="{EDC5A66D-D94B-4DB9-902C-7C486E4DC2AE}" destId="{74C59BBF-845E-4C4D-91DE-646D66E0DE87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7F8A31A-806E-45D4-BA42-38D28C7237E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BD7A22-F1E7-4029-8489-7D6F638BBBF0}">
      <dgm:prSet/>
      <dgm:spPr/>
      <dgm:t>
        <a:bodyPr/>
        <a:lstStyle/>
        <a:p>
          <a:pPr rtl="0"/>
          <a:r>
            <a:rPr lang="en-US" dirty="0" smtClean="0">
              <a:solidFill>
                <a:srgbClr val="FF0000"/>
              </a:solidFill>
            </a:rPr>
            <a:t>18650 Li-ion Rechargeable Batteries</a:t>
          </a:r>
          <a:endParaRPr lang="en-US" dirty="0">
            <a:solidFill>
              <a:srgbClr val="FF0000"/>
            </a:solidFill>
          </a:endParaRPr>
        </a:p>
      </dgm:t>
    </dgm:pt>
    <dgm:pt modelId="{D1DC5FA9-DE6C-4D10-8347-1D2F4885AE70}" type="parTrans" cxnId="{D268DFEE-7467-4DCD-909D-160BDBF1B9E1}">
      <dgm:prSet/>
      <dgm:spPr/>
      <dgm:t>
        <a:bodyPr/>
        <a:lstStyle/>
        <a:p>
          <a:endParaRPr lang="en-US"/>
        </a:p>
      </dgm:t>
    </dgm:pt>
    <dgm:pt modelId="{4D446EE5-B355-4676-B0FB-EEC6257B2625}" type="sibTrans" cxnId="{D268DFEE-7467-4DCD-909D-160BDBF1B9E1}">
      <dgm:prSet/>
      <dgm:spPr/>
      <dgm:t>
        <a:bodyPr/>
        <a:lstStyle/>
        <a:p>
          <a:endParaRPr lang="en-US"/>
        </a:p>
      </dgm:t>
    </dgm:pt>
    <dgm:pt modelId="{A74ACF7B-810C-4792-A127-4120A5255A2D}">
      <dgm:prSet/>
      <dgm:spPr/>
      <dgm:t>
        <a:bodyPr/>
        <a:lstStyle/>
        <a:p>
          <a:pPr rtl="0"/>
          <a:r>
            <a:rPr lang="en-US" dirty="0" smtClean="0"/>
            <a:t>TP4056 Battery Charging Module</a:t>
          </a:r>
          <a:endParaRPr lang="en-US" dirty="0"/>
        </a:p>
      </dgm:t>
    </dgm:pt>
    <dgm:pt modelId="{86F2AB92-11E9-4FA7-86E0-166A8CB1177E}" type="parTrans" cxnId="{C0042D5A-C5E5-45EB-8628-41864F34D47F}">
      <dgm:prSet/>
      <dgm:spPr/>
      <dgm:t>
        <a:bodyPr/>
        <a:lstStyle/>
        <a:p>
          <a:endParaRPr lang="en-US"/>
        </a:p>
      </dgm:t>
    </dgm:pt>
    <dgm:pt modelId="{95120F8B-7002-4540-AB3C-08C7040F9937}" type="sibTrans" cxnId="{C0042D5A-C5E5-45EB-8628-41864F34D47F}">
      <dgm:prSet/>
      <dgm:spPr/>
      <dgm:t>
        <a:bodyPr/>
        <a:lstStyle/>
        <a:p>
          <a:endParaRPr lang="en-US"/>
        </a:p>
      </dgm:t>
    </dgm:pt>
    <dgm:pt modelId="{2CAD8BC8-446F-4011-A516-4F0660E5DBD1}">
      <dgm:prSet/>
      <dgm:spPr/>
      <dgm:t>
        <a:bodyPr/>
        <a:lstStyle/>
        <a:p>
          <a:pPr rtl="0"/>
          <a:r>
            <a:rPr lang="en-US" dirty="0" smtClean="0"/>
            <a:t>Slide Switch</a:t>
          </a:r>
          <a:endParaRPr lang="en-US" dirty="0"/>
        </a:p>
      </dgm:t>
    </dgm:pt>
    <dgm:pt modelId="{C537E4B9-7B38-4641-A2B9-E1E6174BAF5F}" type="parTrans" cxnId="{C84EB305-11B1-4B88-96A7-397967F5B3B1}">
      <dgm:prSet/>
      <dgm:spPr/>
      <dgm:t>
        <a:bodyPr/>
        <a:lstStyle/>
        <a:p>
          <a:endParaRPr lang="en-US"/>
        </a:p>
      </dgm:t>
    </dgm:pt>
    <dgm:pt modelId="{48D7543F-B568-430F-A287-88134415C110}" type="sibTrans" cxnId="{C84EB305-11B1-4B88-96A7-397967F5B3B1}">
      <dgm:prSet/>
      <dgm:spPr/>
      <dgm:t>
        <a:bodyPr/>
        <a:lstStyle/>
        <a:p>
          <a:endParaRPr lang="en-US"/>
        </a:p>
      </dgm:t>
    </dgm:pt>
    <dgm:pt modelId="{8FFB952D-0542-447A-821F-AB291BE16494}" type="pres">
      <dgm:prSet presAssocID="{47F8A31A-806E-45D4-BA42-38D28C7237E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873FCE-9BEB-4CA3-A7A1-FECB6F9CB298}" type="pres">
      <dgm:prSet presAssocID="{4BBD7A22-F1E7-4029-8489-7D6F638BBBF0}" presName="compNode" presStyleCnt="0"/>
      <dgm:spPr/>
    </dgm:pt>
    <dgm:pt modelId="{89269F93-DFEA-443D-A428-AAABE2C9B0C9}" type="pres">
      <dgm:prSet presAssocID="{4BBD7A22-F1E7-4029-8489-7D6F638BBBF0}" presName="aNode" presStyleLbl="bgShp" presStyleIdx="0" presStyleCnt="3"/>
      <dgm:spPr/>
      <dgm:t>
        <a:bodyPr/>
        <a:lstStyle/>
        <a:p>
          <a:endParaRPr lang="en-US"/>
        </a:p>
      </dgm:t>
    </dgm:pt>
    <dgm:pt modelId="{3BE935D5-2E6F-48F2-8304-F8F4F718FFCD}" type="pres">
      <dgm:prSet presAssocID="{4BBD7A22-F1E7-4029-8489-7D6F638BBBF0}" presName="textNode" presStyleLbl="bgShp" presStyleIdx="0" presStyleCnt="3"/>
      <dgm:spPr/>
      <dgm:t>
        <a:bodyPr/>
        <a:lstStyle/>
        <a:p>
          <a:endParaRPr lang="en-US"/>
        </a:p>
      </dgm:t>
    </dgm:pt>
    <dgm:pt modelId="{9ABE414B-7132-428C-A66C-B3D4F1373870}" type="pres">
      <dgm:prSet presAssocID="{4BBD7A22-F1E7-4029-8489-7D6F638BBBF0}" presName="compChildNode" presStyleCnt="0"/>
      <dgm:spPr/>
    </dgm:pt>
    <dgm:pt modelId="{DE492824-A34E-4EE8-9F7F-602AA82BE269}" type="pres">
      <dgm:prSet presAssocID="{4BBD7A22-F1E7-4029-8489-7D6F638BBBF0}" presName="theInnerList" presStyleCnt="0"/>
      <dgm:spPr/>
    </dgm:pt>
    <dgm:pt modelId="{9FEC7346-604E-49BE-B4C3-42F9CB3E924D}" type="pres">
      <dgm:prSet presAssocID="{4BBD7A22-F1E7-4029-8489-7D6F638BBBF0}" presName="aSpace" presStyleCnt="0"/>
      <dgm:spPr/>
    </dgm:pt>
    <dgm:pt modelId="{C935412F-12C4-441A-A6A4-A78AF1B99E44}" type="pres">
      <dgm:prSet presAssocID="{A74ACF7B-810C-4792-A127-4120A5255A2D}" presName="compNode" presStyleCnt="0"/>
      <dgm:spPr/>
    </dgm:pt>
    <dgm:pt modelId="{1419655D-6E91-47EC-802B-5FD423B355A8}" type="pres">
      <dgm:prSet presAssocID="{A74ACF7B-810C-4792-A127-4120A5255A2D}" presName="aNode" presStyleLbl="bgShp" presStyleIdx="1" presStyleCnt="3" custLinFactNeighborY="-377"/>
      <dgm:spPr/>
      <dgm:t>
        <a:bodyPr/>
        <a:lstStyle/>
        <a:p>
          <a:endParaRPr lang="en-US"/>
        </a:p>
      </dgm:t>
    </dgm:pt>
    <dgm:pt modelId="{1173DC12-ADDE-45CC-ACA2-581E4F3D4A37}" type="pres">
      <dgm:prSet presAssocID="{A74ACF7B-810C-4792-A127-4120A5255A2D}" presName="textNode" presStyleLbl="bgShp" presStyleIdx="1" presStyleCnt="3"/>
      <dgm:spPr/>
      <dgm:t>
        <a:bodyPr/>
        <a:lstStyle/>
        <a:p>
          <a:endParaRPr lang="en-US"/>
        </a:p>
      </dgm:t>
    </dgm:pt>
    <dgm:pt modelId="{FC646ED9-146E-4E44-8806-53A0CEE86882}" type="pres">
      <dgm:prSet presAssocID="{A74ACF7B-810C-4792-A127-4120A5255A2D}" presName="compChildNode" presStyleCnt="0"/>
      <dgm:spPr/>
    </dgm:pt>
    <dgm:pt modelId="{988FB003-A874-42BF-9938-821E53F57A4E}" type="pres">
      <dgm:prSet presAssocID="{A74ACF7B-810C-4792-A127-4120A5255A2D}" presName="theInnerList" presStyleCnt="0"/>
      <dgm:spPr/>
    </dgm:pt>
    <dgm:pt modelId="{806959B3-708E-442E-85EA-6B2EA32B2FAB}" type="pres">
      <dgm:prSet presAssocID="{A74ACF7B-810C-4792-A127-4120A5255A2D}" presName="aSpace" presStyleCnt="0"/>
      <dgm:spPr/>
    </dgm:pt>
    <dgm:pt modelId="{2FA96D18-1FA7-458F-B87C-8A471AF6FE5D}" type="pres">
      <dgm:prSet presAssocID="{2CAD8BC8-446F-4011-A516-4F0660E5DBD1}" presName="compNode" presStyleCnt="0"/>
      <dgm:spPr/>
    </dgm:pt>
    <dgm:pt modelId="{86579111-FC91-47B4-A9FD-3045A106129C}" type="pres">
      <dgm:prSet presAssocID="{2CAD8BC8-446F-4011-A516-4F0660E5DBD1}" presName="aNode" presStyleLbl="bgShp" presStyleIdx="2" presStyleCnt="3"/>
      <dgm:spPr/>
      <dgm:t>
        <a:bodyPr/>
        <a:lstStyle/>
        <a:p>
          <a:endParaRPr lang="en-US"/>
        </a:p>
      </dgm:t>
    </dgm:pt>
    <dgm:pt modelId="{D5896EF5-650B-41EF-B396-DDAB6EECBDD4}" type="pres">
      <dgm:prSet presAssocID="{2CAD8BC8-446F-4011-A516-4F0660E5DBD1}" presName="textNode" presStyleLbl="bgShp" presStyleIdx="2" presStyleCnt="3"/>
      <dgm:spPr/>
      <dgm:t>
        <a:bodyPr/>
        <a:lstStyle/>
        <a:p>
          <a:endParaRPr lang="en-US"/>
        </a:p>
      </dgm:t>
    </dgm:pt>
    <dgm:pt modelId="{EDC5A66D-D94B-4DB9-902C-7C486E4DC2AE}" type="pres">
      <dgm:prSet presAssocID="{2CAD8BC8-446F-4011-A516-4F0660E5DBD1}" presName="compChildNode" presStyleCnt="0"/>
      <dgm:spPr/>
    </dgm:pt>
    <dgm:pt modelId="{74C59BBF-845E-4C4D-91DE-646D66E0DE87}" type="pres">
      <dgm:prSet presAssocID="{2CAD8BC8-446F-4011-A516-4F0660E5DBD1}" presName="theInnerList" presStyleCnt="0"/>
      <dgm:spPr/>
    </dgm:pt>
  </dgm:ptLst>
  <dgm:cxnLst>
    <dgm:cxn modelId="{B5401A28-77C3-4496-A488-B1B7E3D61A6E}" type="presOf" srcId="{47F8A31A-806E-45D4-BA42-38D28C7237EA}" destId="{8FFB952D-0542-447A-821F-AB291BE16494}" srcOrd="0" destOrd="0" presId="urn:microsoft.com/office/officeart/2005/8/layout/lProcess2"/>
    <dgm:cxn modelId="{16AF9483-D405-4BB1-9F0E-B2F6EAA9C76B}" type="presOf" srcId="{A74ACF7B-810C-4792-A127-4120A5255A2D}" destId="{1419655D-6E91-47EC-802B-5FD423B355A8}" srcOrd="0" destOrd="0" presId="urn:microsoft.com/office/officeart/2005/8/layout/lProcess2"/>
    <dgm:cxn modelId="{178286FE-78B3-4AE2-9599-28B0CE9E9842}" type="presOf" srcId="{4BBD7A22-F1E7-4029-8489-7D6F638BBBF0}" destId="{89269F93-DFEA-443D-A428-AAABE2C9B0C9}" srcOrd="0" destOrd="0" presId="urn:microsoft.com/office/officeart/2005/8/layout/lProcess2"/>
    <dgm:cxn modelId="{59BF372B-EBD9-49B5-BCEF-098FDA094420}" type="presOf" srcId="{2CAD8BC8-446F-4011-A516-4F0660E5DBD1}" destId="{86579111-FC91-47B4-A9FD-3045A106129C}" srcOrd="0" destOrd="0" presId="urn:microsoft.com/office/officeart/2005/8/layout/lProcess2"/>
    <dgm:cxn modelId="{F83EAB80-A770-438A-A07A-33921450201F}" type="presOf" srcId="{4BBD7A22-F1E7-4029-8489-7D6F638BBBF0}" destId="{3BE935D5-2E6F-48F2-8304-F8F4F718FFCD}" srcOrd="1" destOrd="0" presId="urn:microsoft.com/office/officeart/2005/8/layout/lProcess2"/>
    <dgm:cxn modelId="{C0042D5A-C5E5-45EB-8628-41864F34D47F}" srcId="{47F8A31A-806E-45D4-BA42-38D28C7237EA}" destId="{A74ACF7B-810C-4792-A127-4120A5255A2D}" srcOrd="1" destOrd="0" parTransId="{86F2AB92-11E9-4FA7-86E0-166A8CB1177E}" sibTransId="{95120F8B-7002-4540-AB3C-08C7040F9937}"/>
    <dgm:cxn modelId="{D1E94D15-B9BA-4A72-B585-E67783670CCD}" type="presOf" srcId="{2CAD8BC8-446F-4011-A516-4F0660E5DBD1}" destId="{D5896EF5-650B-41EF-B396-DDAB6EECBDD4}" srcOrd="1" destOrd="0" presId="urn:microsoft.com/office/officeart/2005/8/layout/lProcess2"/>
    <dgm:cxn modelId="{D738D5BE-DCBC-4723-8E84-70A568836221}" type="presOf" srcId="{A74ACF7B-810C-4792-A127-4120A5255A2D}" destId="{1173DC12-ADDE-45CC-ACA2-581E4F3D4A37}" srcOrd="1" destOrd="0" presId="urn:microsoft.com/office/officeart/2005/8/layout/lProcess2"/>
    <dgm:cxn modelId="{D268DFEE-7467-4DCD-909D-160BDBF1B9E1}" srcId="{47F8A31A-806E-45D4-BA42-38D28C7237EA}" destId="{4BBD7A22-F1E7-4029-8489-7D6F638BBBF0}" srcOrd="0" destOrd="0" parTransId="{D1DC5FA9-DE6C-4D10-8347-1D2F4885AE70}" sibTransId="{4D446EE5-B355-4676-B0FB-EEC6257B2625}"/>
    <dgm:cxn modelId="{C84EB305-11B1-4B88-96A7-397967F5B3B1}" srcId="{47F8A31A-806E-45D4-BA42-38D28C7237EA}" destId="{2CAD8BC8-446F-4011-A516-4F0660E5DBD1}" srcOrd="2" destOrd="0" parTransId="{C537E4B9-7B38-4641-A2B9-E1E6174BAF5F}" sibTransId="{48D7543F-B568-430F-A287-88134415C110}"/>
    <dgm:cxn modelId="{38B55A35-7A82-4567-B492-72AF67DE4B44}" type="presParOf" srcId="{8FFB952D-0542-447A-821F-AB291BE16494}" destId="{1E873FCE-9BEB-4CA3-A7A1-FECB6F9CB298}" srcOrd="0" destOrd="0" presId="urn:microsoft.com/office/officeart/2005/8/layout/lProcess2"/>
    <dgm:cxn modelId="{6F5EBA89-BD0D-4CEA-AEF3-4E35F5A321F1}" type="presParOf" srcId="{1E873FCE-9BEB-4CA3-A7A1-FECB6F9CB298}" destId="{89269F93-DFEA-443D-A428-AAABE2C9B0C9}" srcOrd="0" destOrd="0" presId="urn:microsoft.com/office/officeart/2005/8/layout/lProcess2"/>
    <dgm:cxn modelId="{4BF883A3-B926-4B42-A919-37F829800434}" type="presParOf" srcId="{1E873FCE-9BEB-4CA3-A7A1-FECB6F9CB298}" destId="{3BE935D5-2E6F-48F2-8304-F8F4F718FFCD}" srcOrd="1" destOrd="0" presId="urn:microsoft.com/office/officeart/2005/8/layout/lProcess2"/>
    <dgm:cxn modelId="{EBE0C1BD-2BED-405C-A43E-5742BF9826E6}" type="presParOf" srcId="{1E873FCE-9BEB-4CA3-A7A1-FECB6F9CB298}" destId="{9ABE414B-7132-428C-A66C-B3D4F1373870}" srcOrd="2" destOrd="0" presId="urn:microsoft.com/office/officeart/2005/8/layout/lProcess2"/>
    <dgm:cxn modelId="{7F964A5A-D5B5-489A-8ED8-502FA2455C75}" type="presParOf" srcId="{9ABE414B-7132-428C-A66C-B3D4F1373870}" destId="{DE492824-A34E-4EE8-9F7F-602AA82BE269}" srcOrd="0" destOrd="0" presId="urn:microsoft.com/office/officeart/2005/8/layout/lProcess2"/>
    <dgm:cxn modelId="{058CEF27-3E78-49C0-82B8-9B7B6A8F7E3A}" type="presParOf" srcId="{8FFB952D-0542-447A-821F-AB291BE16494}" destId="{9FEC7346-604E-49BE-B4C3-42F9CB3E924D}" srcOrd="1" destOrd="0" presId="urn:microsoft.com/office/officeart/2005/8/layout/lProcess2"/>
    <dgm:cxn modelId="{4D80F0EE-AD37-4B39-9EED-6B0AC5506EF2}" type="presParOf" srcId="{8FFB952D-0542-447A-821F-AB291BE16494}" destId="{C935412F-12C4-441A-A6A4-A78AF1B99E44}" srcOrd="2" destOrd="0" presId="urn:microsoft.com/office/officeart/2005/8/layout/lProcess2"/>
    <dgm:cxn modelId="{85AC673D-0C65-4CD3-A28C-354AB80A56C4}" type="presParOf" srcId="{C935412F-12C4-441A-A6A4-A78AF1B99E44}" destId="{1419655D-6E91-47EC-802B-5FD423B355A8}" srcOrd="0" destOrd="0" presId="urn:microsoft.com/office/officeart/2005/8/layout/lProcess2"/>
    <dgm:cxn modelId="{2E9C7D3C-47DA-4AFD-BACA-4010459CABD4}" type="presParOf" srcId="{C935412F-12C4-441A-A6A4-A78AF1B99E44}" destId="{1173DC12-ADDE-45CC-ACA2-581E4F3D4A37}" srcOrd="1" destOrd="0" presId="urn:microsoft.com/office/officeart/2005/8/layout/lProcess2"/>
    <dgm:cxn modelId="{C6ABF281-903C-4B01-BF54-D8D9657D2ECA}" type="presParOf" srcId="{C935412F-12C4-441A-A6A4-A78AF1B99E44}" destId="{FC646ED9-146E-4E44-8806-53A0CEE86882}" srcOrd="2" destOrd="0" presId="urn:microsoft.com/office/officeart/2005/8/layout/lProcess2"/>
    <dgm:cxn modelId="{4407EF29-8FAF-406B-AEB9-FFBACF089E5E}" type="presParOf" srcId="{FC646ED9-146E-4E44-8806-53A0CEE86882}" destId="{988FB003-A874-42BF-9938-821E53F57A4E}" srcOrd="0" destOrd="0" presId="urn:microsoft.com/office/officeart/2005/8/layout/lProcess2"/>
    <dgm:cxn modelId="{9175165D-519D-416D-B77F-AB747388BC6B}" type="presParOf" srcId="{8FFB952D-0542-447A-821F-AB291BE16494}" destId="{806959B3-708E-442E-85EA-6B2EA32B2FAB}" srcOrd="3" destOrd="0" presId="urn:microsoft.com/office/officeart/2005/8/layout/lProcess2"/>
    <dgm:cxn modelId="{8C662CA0-1683-4FED-9302-793B98BE4B08}" type="presParOf" srcId="{8FFB952D-0542-447A-821F-AB291BE16494}" destId="{2FA96D18-1FA7-458F-B87C-8A471AF6FE5D}" srcOrd="4" destOrd="0" presId="urn:microsoft.com/office/officeart/2005/8/layout/lProcess2"/>
    <dgm:cxn modelId="{6999C9EB-9D43-4BEA-A6F9-EE96B7DC36B4}" type="presParOf" srcId="{2FA96D18-1FA7-458F-B87C-8A471AF6FE5D}" destId="{86579111-FC91-47B4-A9FD-3045A106129C}" srcOrd="0" destOrd="0" presId="urn:microsoft.com/office/officeart/2005/8/layout/lProcess2"/>
    <dgm:cxn modelId="{4426D0A9-74B8-4A07-841F-8E87CD33BFCF}" type="presParOf" srcId="{2FA96D18-1FA7-458F-B87C-8A471AF6FE5D}" destId="{D5896EF5-650B-41EF-B396-DDAB6EECBDD4}" srcOrd="1" destOrd="0" presId="urn:microsoft.com/office/officeart/2005/8/layout/lProcess2"/>
    <dgm:cxn modelId="{38B4237E-B3E5-48C9-8A0C-E0C3F4EC14FA}" type="presParOf" srcId="{2FA96D18-1FA7-458F-B87C-8A471AF6FE5D}" destId="{EDC5A66D-D94B-4DB9-902C-7C486E4DC2AE}" srcOrd="2" destOrd="0" presId="urn:microsoft.com/office/officeart/2005/8/layout/lProcess2"/>
    <dgm:cxn modelId="{9C5A486A-75B6-4F99-8908-9739882B7E50}" type="presParOf" srcId="{EDC5A66D-D94B-4DB9-902C-7C486E4DC2AE}" destId="{74C59BBF-845E-4C4D-91DE-646D66E0DE87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7F8A31A-806E-45D4-BA42-38D28C7237EA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BD7A22-F1E7-4029-8489-7D6F638BBBF0}">
      <dgm:prSet/>
      <dgm:spPr/>
      <dgm:t>
        <a:bodyPr/>
        <a:lstStyle/>
        <a:p>
          <a:pPr rtl="0"/>
          <a:r>
            <a:rPr lang="en-US" dirty="0" smtClean="0">
              <a:solidFill>
                <a:srgbClr val="FF0000"/>
              </a:solidFill>
            </a:rPr>
            <a:t>Breadboard</a:t>
          </a:r>
          <a:endParaRPr lang="en-US" dirty="0">
            <a:solidFill>
              <a:srgbClr val="FF0000"/>
            </a:solidFill>
          </a:endParaRPr>
        </a:p>
      </dgm:t>
    </dgm:pt>
    <dgm:pt modelId="{D1DC5FA9-DE6C-4D10-8347-1D2F4885AE70}" type="parTrans" cxnId="{D268DFEE-7467-4DCD-909D-160BDBF1B9E1}">
      <dgm:prSet/>
      <dgm:spPr/>
      <dgm:t>
        <a:bodyPr/>
        <a:lstStyle/>
        <a:p>
          <a:endParaRPr lang="en-US"/>
        </a:p>
      </dgm:t>
    </dgm:pt>
    <dgm:pt modelId="{4D446EE5-B355-4676-B0FB-EEC6257B2625}" type="sibTrans" cxnId="{D268DFEE-7467-4DCD-909D-160BDBF1B9E1}">
      <dgm:prSet/>
      <dgm:spPr/>
      <dgm:t>
        <a:bodyPr/>
        <a:lstStyle/>
        <a:p>
          <a:endParaRPr lang="en-US"/>
        </a:p>
      </dgm:t>
    </dgm:pt>
    <dgm:pt modelId="{A74ACF7B-810C-4792-A127-4120A5255A2D}">
      <dgm:prSet/>
      <dgm:spPr/>
      <dgm:t>
        <a:bodyPr/>
        <a:lstStyle/>
        <a:p>
          <a:pPr rtl="0"/>
          <a:r>
            <a:rPr lang="en-US" dirty="0" smtClean="0"/>
            <a:t>Jumper Wires</a:t>
          </a:r>
          <a:endParaRPr lang="en-US" dirty="0"/>
        </a:p>
      </dgm:t>
    </dgm:pt>
    <dgm:pt modelId="{86F2AB92-11E9-4FA7-86E0-166A8CB1177E}" type="parTrans" cxnId="{C0042D5A-C5E5-45EB-8628-41864F34D47F}">
      <dgm:prSet/>
      <dgm:spPr/>
      <dgm:t>
        <a:bodyPr/>
        <a:lstStyle/>
        <a:p>
          <a:endParaRPr lang="en-US"/>
        </a:p>
      </dgm:t>
    </dgm:pt>
    <dgm:pt modelId="{95120F8B-7002-4540-AB3C-08C7040F9937}" type="sibTrans" cxnId="{C0042D5A-C5E5-45EB-8628-41864F34D47F}">
      <dgm:prSet/>
      <dgm:spPr/>
      <dgm:t>
        <a:bodyPr/>
        <a:lstStyle/>
        <a:p>
          <a:endParaRPr lang="en-US"/>
        </a:p>
      </dgm:t>
    </dgm:pt>
    <dgm:pt modelId="{B1435116-44DD-423F-A1B9-AC243E2B9E95}">
      <dgm:prSet/>
      <dgm:spPr/>
      <dgm:t>
        <a:bodyPr/>
        <a:lstStyle/>
        <a:p>
          <a:pPr rtl="0"/>
          <a:r>
            <a:rPr lang="en-US" dirty="0" smtClean="0"/>
            <a:t>Resistors</a:t>
          </a:r>
        </a:p>
      </dgm:t>
    </dgm:pt>
    <dgm:pt modelId="{1DE027A0-9EAA-4FBF-9655-1399B67E8BBE}" type="parTrans" cxnId="{169FD65D-32FD-4DB1-9CF1-46815F4201C2}">
      <dgm:prSet/>
      <dgm:spPr/>
      <dgm:t>
        <a:bodyPr/>
        <a:lstStyle/>
        <a:p>
          <a:endParaRPr lang="en-US"/>
        </a:p>
      </dgm:t>
    </dgm:pt>
    <dgm:pt modelId="{F0B59E4D-D78A-475E-A549-2AF9C006A54B}" type="sibTrans" cxnId="{169FD65D-32FD-4DB1-9CF1-46815F4201C2}">
      <dgm:prSet/>
      <dgm:spPr/>
      <dgm:t>
        <a:bodyPr/>
        <a:lstStyle/>
        <a:p>
          <a:endParaRPr lang="en-US"/>
        </a:p>
      </dgm:t>
    </dgm:pt>
    <dgm:pt modelId="{07B94405-E41A-4507-AAE8-9130E4C5D32D}">
      <dgm:prSet/>
      <dgm:spPr/>
      <dgm:t>
        <a:bodyPr/>
        <a:lstStyle/>
        <a:p>
          <a:r>
            <a:rPr lang="en-US" dirty="0" smtClean="0"/>
            <a:t>Cane and Box</a:t>
          </a:r>
          <a:endParaRPr lang="en-US" dirty="0"/>
        </a:p>
      </dgm:t>
    </dgm:pt>
    <dgm:pt modelId="{36914D57-A0FA-4D50-95E7-F8C5E589CF8B}" type="parTrans" cxnId="{082275BC-B4C7-4368-AF31-7CC9BE747C9D}">
      <dgm:prSet/>
      <dgm:spPr/>
      <dgm:t>
        <a:bodyPr/>
        <a:lstStyle/>
        <a:p>
          <a:endParaRPr lang="en-US"/>
        </a:p>
      </dgm:t>
    </dgm:pt>
    <dgm:pt modelId="{177D27CD-8EF3-488A-99EE-6B2A51BC9098}" type="sibTrans" cxnId="{082275BC-B4C7-4368-AF31-7CC9BE747C9D}">
      <dgm:prSet/>
      <dgm:spPr/>
      <dgm:t>
        <a:bodyPr/>
        <a:lstStyle/>
        <a:p>
          <a:endParaRPr lang="en-US"/>
        </a:p>
      </dgm:t>
    </dgm:pt>
    <dgm:pt modelId="{8FFB952D-0542-447A-821F-AB291BE16494}" type="pres">
      <dgm:prSet presAssocID="{47F8A31A-806E-45D4-BA42-38D28C7237E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873FCE-9BEB-4CA3-A7A1-FECB6F9CB298}" type="pres">
      <dgm:prSet presAssocID="{4BBD7A22-F1E7-4029-8489-7D6F638BBBF0}" presName="compNode" presStyleCnt="0"/>
      <dgm:spPr/>
    </dgm:pt>
    <dgm:pt modelId="{89269F93-DFEA-443D-A428-AAABE2C9B0C9}" type="pres">
      <dgm:prSet presAssocID="{4BBD7A22-F1E7-4029-8489-7D6F638BBBF0}" presName="aNode" presStyleLbl="bgShp" presStyleIdx="0" presStyleCnt="4"/>
      <dgm:spPr/>
      <dgm:t>
        <a:bodyPr/>
        <a:lstStyle/>
        <a:p>
          <a:endParaRPr lang="en-US"/>
        </a:p>
      </dgm:t>
    </dgm:pt>
    <dgm:pt modelId="{3BE935D5-2E6F-48F2-8304-F8F4F718FFCD}" type="pres">
      <dgm:prSet presAssocID="{4BBD7A22-F1E7-4029-8489-7D6F638BBBF0}" presName="textNode" presStyleLbl="bgShp" presStyleIdx="0" presStyleCnt="4"/>
      <dgm:spPr/>
      <dgm:t>
        <a:bodyPr/>
        <a:lstStyle/>
        <a:p>
          <a:endParaRPr lang="en-US"/>
        </a:p>
      </dgm:t>
    </dgm:pt>
    <dgm:pt modelId="{9ABE414B-7132-428C-A66C-B3D4F1373870}" type="pres">
      <dgm:prSet presAssocID="{4BBD7A22-F1E7-4029-8489-7D6F638BBBF0}" presName="compChildNode" presStyleCnt="0"/>
      <dgm:spPr/>
    </dgm:pt>
    <dgm:pt modelId="{DE492824-A34E-4EE8-9F7F-602AA82BE269}" type="pres">
      <dgm:prSet presAssocID="{4BBD7A22-F1E7-4029-8489-7D6F638BBBF0}" presName="theInnerList" presStyleCnt="0"/>
      <dgm:spPr/>
    </dgm:pt>
    <dgm:pt modelId="{9FEC7346-604E-49BE-B4C3-42F9CB3E924D}" type="pres">
      <dgm:prSet presAssocID="{4BBD7A22-F1E7-4029-8489-7D6F638BBBF0}" presName="aSpace" presStyleCnt="0"/>
      <dgm:spPr/>
    </dgm:pt>
    <dgm:pt modelId="{C935412F-12C4-441A-A6A4-A78AF1B99E44}" type="pres">
      <dgm:prSet presAssocID="{A74ACF7B-810C-4792-A127-4120A5255A2D}" presName="compNode" presStyleCnt="0"/>
      <dgm:spPr/>
    </dgm:pt>
    <dgm:pt modelId="{1419655D-6E91-47EC-802B-5FD423B355A8}" type="pres">
      <dgm:prSet presAssocID="{A74ACF7B-810C-4792-A127-4120A5255A2D}" presName="aNode" presStyleLbl="bgShp" presStyleIdx="1" presStyleCnt="4" custLinFactNeighborY="-377"/>
      <dgm:spPr/>
      <dgm:t>
        <a:bodyPr/>
        <a:lstStyle/>
        <a:p>
          <a:endParaRPr lang="en-US"/>
        </a:p>
      </dgm:t>
    </dgm:pt>
    <dgm:pt modelId="{1173DC12-ADDE-45CC-ACA2-581E4F3D4A37}" type="pres">
      <dgm:prSet presAssocID="{A74ACF7B-810C-4792-A127-4120A5255A2D}" presName="textNode" presStyleLbl="bgShp" presStyleIdx="1" presStyleCnt="4"/>
      <dgm:spPr/>
      <dgm:t>
        <a:bodyPr/>
        <a:lstStyle/>
        <a:p>
          <a:endParaRPr lang="en-US"/>
        </a:p>
      </dgm:t>
    </dgm:pt>
    <dgm:pt modelId="{FC646ED9-146E-4E44-8806-53A0CEE86882}" type="pres">
      <dgm:prSet presAssocID="{A74ACF7B-810C-4792-A127-4120A5255A2D}" presName="compChildNode" presStyleCnt="0"/>
      <dgm:spPr/>
    </dgm:pt>
    <dgm:pt modelId="{988FB003-A874-42BF-9938-821E53F57A4E}" type="pres">
      <dgm:prSet presAssocID="{A74ACF7B-810C-4792-A127-4120A5255A2D}" presName="theInnerList" presStyleCnt="0"/>
      <dgm:spPr/>
    </dgm:pt>
    <dgm:pt modelId="{806959B3-708E-442E-85EA-6B2EA32B2FAB}" type="pres">
      <dgm:prSet presAssocID="{A74ACF7B-810C-4792-A127-4120A5255A2D}" presName="aSpace" presStyleCnt="0"/>
      <dgm:spPr/>
    </dgm:pt>
    <dgm:pt modelId="{8D1BA4C0-1B5F-4B6A-AE71-170C5C855410}" type="pres">
      <dgm:prSet presAssocID="{B1435116-44DD-423F-A1B9-AC243E2B9E95}" presName="compNode" presStyleCnt="0"/>
      <dgm:spPr/>
    </dgm:pt>
    <dgm:pt modelId="{68C02878-8F1D-4947-9BCD-8509563B59A8}" type="pres">
      <dgm:prSet presAssocID="{B1435116-44DD-423F-A1B9-AC243E2B9E95}" presName="aNode" presStyleLbl="bgShp" presStyleIdx="2" presStyleCnt="4"/>
      <dgm:spPr/>
      <dgm:t>
        <a:bodyPr/>
        <a:lstStyle/>
        <a:p>
          <a:endParaRPr lang="en-US"/>
        </a:p>
      </dgm:t>
    </dgm:pt>
    <dgm:pt modelId="{23DD5C78-798A-44BC-A364-589103EDD30E}" type="pres">
      <dgm:prSet presAssocID="{B1435116-44DD-423F-A1B9-AC243E2B9E95}" presName="textNode" presStyleLbl="bgShp" presStyleIdx="2" presStyleCnt="4"/>
      <dgm:spPr/>
      <dgm:t>
        <a:bodyPr/>
        <a:lstStyle/>
        <a:p>
          <a:endParaRPr lang="en-US"/>
        </a:p>
      </dgm:t>
    </dgm:pt>
    <dgm:pt modelId="{F47EAD4D-8C29-4C89-A831-6EE2A92CF65B}" type="pres">
      <dgm:prSet presAssocID="{B1435116-44DD-423F-A1B9-AC243E2B9E95}" presName="compChildNode" presStyleCnt="0"/>
      <dgm:spPr/>
    </dgm:pt>
    <dgm:pt modelId="{BA0655A7-B58C-4D59-9598-7852B3B5B670}" type="pres">
      <dgm:prSet presAssocID="{B1435116-44DD-423F-A1B9-AC243E2B9E95}" presName="theInnerList" presStyleCnt="0"/>
      <dgm:spPr/>
    </dgm:pt>
    <dgm:pt modelId="{7CDCED89-BDCD-49DD-87BA-9410A5932498}" type="pres">
      <dgm:prSet presAssocID="{B1435116-44DD-423F-A1B9-AC243E2B9E95}" presName="aSpace" presStyleCnt="0"/>
      <dgm:spPr/>
    </dgm:pt>
    <dgm:pt modelId="{F641DAEF-9299-4BE0-8B3B-1621B90A69B6}" type="pres">
      <dgm:prSet presAssocID="{07B94405-E41A-4507-AAE8-9130E4C5D32D}" presName="compNode" presStyleCnt="0"/>
      <dgm:spPr/>
    </dgm:pt>
    <dgm:pt modelId="{3B9A4256-9548-41A2-A658-112B3AE5A71A}" type="pres">
      <dgm:prSet presAssocID="{07B94405-E41A-4507-AAE8-9130E4C5D32D}" presName="aNode" presStyleLbl="bgShp" presStyleIdx="3" presStyleCnt="4"/>
      <dgm:spPr/>
    </dgm:pt>
    <dgm:pt modelId="{7639D8B0-2DCD-4AE8-BBB3-D0D9AEC207C4}" type="pres">
      <dgm:prSet presAssocID="{07B94405-E41A-4507-AAE8-9130E4C5D32D}" presName="textNode" presStyleLbl="bgShp" presStyleIdx="3" presStyleCnt="4"/>
      <dgm:spPr/>
    </dgm:pt>
    <dgm:pt modelId="{7AD0D3BF-CFCF-4D95-9982-47E72AE771EC}" type="pres">
      <dgm:prSet presAssocID="{07B94405-E41A-4507-AAE8-9130E4C5D32D}" presName="compChildNode" presStyleCnt="0"/>
      <dgm:spPr/>
    </dgm:pt>
    <dgm:pt modelId="{82208D7C-BCCC-40D2-B360-3374BC96D0A1}" type="pres">
      <dgm:prSet presAssocID="{07B94405-E41A-4507-AAE8-9130E4C5D32D}" presName="theInnerList" presStyleCnt="0"/>
      <dgm:spPr/>
    </dgm:pt>
  </dgm:ptLst>
  <dgm:cxnLst>
    <dgm:cxn modelId="{B5401A28-77C3-4496-A488-B1B7E3D61A6E}" type="presOf" srcId="{47F8A31A-806E-45D4-BA42-38D28C7237EA}" destId="{8FFB952D-0542-447A-821F-AB291BE16494}" srcOrd="0" destOrd="0" presId="urn:microsoft.com/office/officeart/2005/8/layout/lProcess2"/>
    <dgm:cxn modelId="{CD01975E-5604-4F3D-80B9-D742D56FD725}" type="presOf" srcId="{07B94405-E41A-4507-AAE8-9130E4C5D32D}" destId="{7639D8B0-2DCD-4AE8-BBB3-D0D9AEC207C4}" srcOrd="1" destOrd="0" presId="urn:microsoft.com/office/officeart/2005/8/layout/lProcess2"/>
    <dgm:cxn modelId="{C64EF761-933F-427B-A62D-DE62D4AD7450}" type="presOf" srcId="{07B94405-E41A-4507-AAE8-9130E4C5D32D}" destId="{3B9A4256-9548-41A2-A658-112B3AE5A71A}" srcOrd="0" destOrd="0" presId="urn:microsoft.com/office/officeart/2005/8/layout/lProcess2"/>
    <dgm:cxn modelId="{16AF9483-D405-4BB1-9F0E-B2F6EAA9C76B}" type="presOf" srcId="{A74ACF7B-810C-4792-A127-4120A5255A2D}" destId="{1419655D-6E91-47EC-802B-5FD423B355A8}" srcOrd="0" destOrd="0" presId="urn:microsoft.com/office/officeart/2005/8/layout/lProcess2"/>
    <dgm:cxn modelId="{94B82D55-3EC7-433A-A939-AB48C7C23E73}" type="presOf" srcId="{B1435116-44DD-423F-A1B9-AC243E2B9E95}" destId="{68C02878-8F1D-4947-9BCD-8509563B59A8}" srcOrd="0" destOrd="0" presId="urn:microsoft.com/office/officeart/2005/8/layout/lProcess2"/>
    <dgm:cxn modelId="{178286FE-78B3-4AE2-9599-28B0CE9E9842}" type="presOf" srcId="{4BBD7A22-F1E7-4029-8489-7D6F638BBBF0}" destId="{89269F93-DFEA-443D-A428-AAABE2C9B0C9}" srcOrd="0" destOrd="0" presId="urn:microsoft.com/office/officeart/2005/8/layout/lProcess2"/>
    <dgm:cxn modelId="{082275BC-B4C7-4368-AF31-7CC9BE747C9D}" srcId="{47F8A31A-806E-45D4-BA42-38D28C7237EA}" destId="{07B94405-E41A-4507-AAE8-9130E4C5D32D}" srcOrd="3" destOrd="0" parTransId="{36914D57-A0FA-4D50-95E7-F8C5E589CF8B}" sibTransId="{177D27CD-8EF3-488A-99EE-6B2A51BC9098}"/>
    <dgm:cxn modelId="{FAB43D0A-4B95-45D4-9CA9-69E1EE959D5A}" type="presOf" srcId="{B1435116-44DD-423F-A1B9-AC243E2B9E95}" destId="{23DD5C78-798A-44BC-A364-589103EDD30E}" srcOrd="1" destOrd="0" presId="urn:microsoft.com/office/officeart/2005/8/layout/lProcess2"/>
    <dgm:cxn modelId="{F83EAB80-A770-438A-A07A-33921450201F}" type="presOf" srcId="{4BBD7A22-F1E7-4029-8489-7D6F638BBBF0}" destId="{3BE935D5-2E6F-48F2-8304-F8F4F718FFCD}" srcOrd="1" destOrd="0" presId="urn:microsoft.com/office/officeart/2005/8/layout/lProcess2"/>
    <dgm:cxn modelId="{C0042D5A-C5E5-45EB-8628-41864F34D47F}" srcId="{47F8A31A-806E-45D4-BA42-38D28C7237EA}" destId="{A74ACF7B-810C-4792-A127-4120A5255A2D}" srcOrd="1" destOrd="0" parTransId="{86F2AB92-11E9-4FA7-86E0-166A8CB1177E}" sibTransId="{95120F8B-7002-4540-AB3C-08C7040F9937}"/>
    <dgm:cxn modelId="{D738D5BE-DCBC-4723-8E84-70A568836221}" type="presOf" srcId="{A74ACF7B-810C-4792-A127-4120A5255A2D}" destId="{1173DC12-ADDE-45CC-ACA2-581E4F3D4A37}" srcOrd="1" destOrd="0" presId="urn:microsoft.com/office/officeart/2005/8/layout/lProcess2"/>
    <dgm:cxn modelId="{D268DFEE-7467-4DCD-909D-160BDBF1B9E1}" srcId="{47F8A31A-806E-45D4-BA42-38D28C7237EA}" destId="{4BBD7A22-F1E7-4029-8489-7D6F638BBBF0}" srcOrd="0" destOrd="0" parTransId="{D1DC5FA9-DE6C-4D10-8347-1D2F4885AE70}" sibTransId="{4D446EE5-B355-4676-B0FB-EEC6257B2625}"/>
    <dgm:cxn modelId="{169FD65D-32FD-4DB1-9CF1-46815F4201C2}" srcId="{47F8A31A-806E-45D4-BA42-38D28C7237EA}" destId="{B1435116-44DD-423F-A1B9-AC243E2B9E95}" srcOrd="2" destOrd="0" parTransId="{1DE027A0-9EAA-4FBF-9655-1399B67E8BBE}" sibTransId="{F0B59E4D-D78A-475E-A549-2AF9C006A54B}"/>
    <dgm:cxn modelId="{38B55A35-7A82-4567-B492-72AF67DE4B44}" type="presParOf" srcId="{8FFB952D-0542-447A-821F-AB291BE16494}" destId="{1E873FCE-9BEB-4CA3-A7A1-FECB6F9CB298}" srcOrd="0" destOrd="0" presId="urn:microsoft.com/office/officeart/2005/8/layout/lProcess2"/>
    <dgm:cxn modelId="{6F5EBA89-BD0D-4CEA-AEF3-4E35F5A321F1}" type="presParOf" srcId="{1E873FCE-9BEB-4CA3-A7A1-FECB6F9CB298}" destId="{89269F93-DFEA-443D-A428-AAABE2C9B0C9}" srcOrd="0" destOrd="0" presId="urn:microsoft.com/office/officeart/2005/8/layout/lProcess2"/>
    <dgm:cxn modelId="{4BF883A3-B926-4B42-A919-37F829800434}" type="presParOf" srcId="{1E873FCE-9BEB-4CA3-A7A1-FECB6F9CB298}" destId="{3BE935D5-2E6F-48F2-8304-F8F4F718FFCD}" srcOrd="1" destOrd="0" presId="urn:microsoft.com/office/officeart/2005/8/layout/lProcess2"/>
    <dgm:cxn modelId="{EBE0C1BD-2BED-405C-A43E-5742BF9826E6}" type="presParOf" srcId="{1E873FCE-9BEB-4CA3-A7A1-FECB6F9CB298}" destId="{9ABE414B-7132-428C-A66C-B3D4F1373870}" srcOrd="2" destOrd="0" presId="urn:microsoft.com/office/officeart/2005/8/layout/lProcess2"/>
    <dgm:cxn modelId="{7F964A5A-D5B5-489A-8ED8-502FA2455C75}" type="presParOf" srcId="{9ABE414B-7132-428C-A66C-B3D4F1373870}" destId="{DE492824-A34E-4EE8-9F7F-602AA82BE269}" srcOrd="0" destOrd="0" presId="urn:microsoft.com/office/officeart/2005/8/layout/lProcess2"/>
    <dgm:cxn modelId="{058CEF27-3E78-49C0-82B8-9B7B6A8F7E3A}" type="presParOf" srcId="{8FFB952D-0542-447A-821F-AB291BE16494}" destId="{9FEC7346-604E-49BE-B4C3-42F9CB3E924D}" srcOrd="1" destOrd="0" presId="urn:microsoft.com/office/officeart/2005/8/layout/lProcess2"/>
    <dgm:cxn modelId="{4D80F0EE-AD37-4B39-9EED-6B0AC5506EF2}" type="presParOf" srcId="{8FFB952D-0542-447A-821F-AB291BE16494}" destId="{C935412F-12C4-441A-A6A4-A78AF1B99E44}" srcOrd="2" destOrd="0" presId="urn:microsoft.com/office/officeart/2005/8/layout/lProcess2"/>
    <dgm:cxn modelId="{85AC673D-0C65-4CD3-A28C-354AB80A56C4}" type="presParOf" srcId="{C935412F-12C4-441A-A6A4-A78AF1B99E44}" destId="{1419655D-6E91-47EC-802B-5FD423B355A8}" srcOrd="0" destOrd="0" presId="urn:microsoft.com/office/officeart/2005/8/layout/lProcess2"/>
    <dgm:cxn modelId="{2E9C7D3C-47DA-4AFD-BACA-4010459CABD4}" type="presParOf" srcId="{C935412F-12C4-441A-A6A4-A78AF1B99E44}" destId="{1173DC12-ADDE-45CC-ACA2-581E4F3D4A37}" srcOrd="1" destOrd="0" presId="urn:microsoft.com/office/officeart/2005/8/layout/lProcess2"/>
    <dgm:cxn modelId="{C6ABF281-903C-4B01-BF54-D8D9657D2ECA}" type="presParOf" srcId="{C935412F-12C4-441A-A6A4-A78AF1B99E44}" destId="{FC646ED9-146E-4E44-8806-53A0CEE86882}" srcOrd="2" destOrd="0" presId="urn:microsoft.com/office/officeart/2005/8/layout/lProcess2"/>
    <dgm:cxn modelId="{4407EF29-8FAF-406B-AEB9-FFBACF089E5E}" type="presParOf" srcId="{FC646ED9-146E-4E44-8806-53A0CEE86882}" destId="{988FB003-A874-42BF-9938-821E53F57A4E}" srcOrd="0" destOrd="0" presId="urn:microsoft.com/office/officeart/2005/8/layout/lProcess2"/>
    <dgm:cxn modelId="{9175165D-519D-416D-B77F-AB747388BC6B}" type="presParOf" srcId="{8FFB952D-0542-447A-821F-AB291BE16494}" destId="{806959B3-708E-442E-85EA-6B2EA32B2FAB}" srcOrd="3" destOrd="0" presId="urn:microsoft.com/office/officeart/2005/8/layout/lProcess2"/>
    <dgm:cxn modelId="{976A3CE8-0D44-430E-AFC2-34086472D699}" type="presParOf" srcId="{8FFB952D-0542-447A-821F-AB291BE16494}" destId="{8D1BA4C0-1B5F-4B6A-AE71-170C5C855410}" srcOrd="4" destOrd="0" presId="urn:microsoft.com/office/officeart/2005/8/layout/lProcess2"/>
    <dgm:cxn modelId="{21CBAA89-6645-48C9-88A1-5ADEE385444C}" type="presParOf" srcId="{8D1BA4C0-1B5F-4B6A-AE71-170C5C855410}" destId="{68C02878-8F1D-4947-9BCD-8509563B59A8}" srcOrd="0" destOrd="0" presId="urn:microsoft.com/office/officeart/2005/8/layout/lProcess2"/>
    <dgm:cxn modelId="{E3701D4E-3C8A-44ED-A67A-6E894D181418}" type="presParOf" srcId="{8D1BA4C0-1B5F-4B6A-AE71-170C5C855410}" destId="{23DD5C78-798A-44BC-A364-589103EDD30E}" srcOrd="1" destOrd="0" presId="urn:microsoft.com/office/officeart/2005/8/layout/lProcess2"/>
    <dgm:cxn modelId="{B8CFF13C-1A94-4193-8A35-CD004473AB04}" type="presParOf" srcId="{8D1BA4C0-1B5F-4B6A-AE71-170C5C855410}" destId="{F47EAD4D-8C29-4C89-A831-6EE2A92CF65B}" srcOrd="2" destOrd="0" presId="urn:microsoft.com/office/officeart/2005/8/layout/lProcess2"/>
    <dgm:cxn modelId="{899FE71A-ADBF-46EE-993C-1672B03981DE}" type="presParOf" srcId="{F47EAD4D-8C29-4C89-A831-6EE2A92CF65B}" destId="{BA0655A7-B58C-4D59-9598-7852B3B5B670}" srcOrd="0" destOrd="0" presId="urn:microsoft.com/office/officeart/2005/8/layout/lProcess2"/>
    <dgm:cxn modelId="{40C468C4-10CA-44C1-9BAF-35DD065B5A7F}" type="presParOf" srcId="{8FFB952D-0542-447A-821F-AB291BE16494}" destId="{7CDCED89-BDCD-49DD-87BA-9410A5932498}" srcOrd="5" destOrd="0" presId="urn:microsoft.com/office/officeart/2005/8/layout/lProcess2"/>
    <dgm:cxn modelId="{2383A95D-B1FD-4428-B4F3-A6269485BC0A}" type="presParOf" srcId="{8FFB952D-0542-447A-821F-AB291BE16494}" destId="{F641DAEF-9299-4BE0-8B3B-1621B90A69B6}" srcOrd="6" destOrd="0" presId="urn:microsoft.com/office/officeart/2005/8/layout/lProcess2"/>
    <dgm:cxn modelId="{F8B98B37-8171-4026-A94D-67CC9CA5ED17}" type="presParOf" srcId="{F641DAEF-9299-4BE0-8B3B-1621B90A69B6}" destId="{3B9A4256-9548-41A2-A658-112B3AE5A71A}" srcOrd="0" destOrd="0" presId="urn:microsoft.com/office/officeart/2005/8/layout/lProcess2"/>
    <dgm:cxn modelId="{123695B1-9EBB-46D6-A1F4-C1269667601C}" type="presParOf" srcId="{F641DAEF-9299-4BE0-8B3B-1621B90A69B6}" destId="{7639D8B0-2DCD-4AE8-BBB3-D0D9AEC207C4}" srcOrd="1" destOrd="0" presId="urn:microsoft.com/office/officeart/2005/8/layout/lProcess2"/>
    <dgm:cxn modelId="{2A3D32C6-8E5C-4D77-A0FD-8FE6817E6FC2}" type="presParOf" srcId="{F641DAEF-9299-4BE0-8B3B-1621B90A69B6}" destId="{7AD0D3BF-CFCF-4D95-9982-47E72AE771EC}" srcOrd="2" destOrd="0" presId="urn:microsoft.com/office/officeart/2005/8/layout/lProcess2"/>
    <dgm:cxn modelId="{532034DD-5DB0-415E-AACC-C81C62979DFB}" type="presParOf" srcId="{7AD0D3BF-CFCF-4D95-9982-47E72AE771EC}" destId="{82208D7C-BCCC-40D2-B360-3374BC96D0A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57BC9-53E2-4C43-BA89-43B02E01323E}">
      <dsp:nvSpPr>
        <dsp:cNvPr id="0" name=""/>
        <dsp:cNvSpPr/>
      </dsp:nvSpPr>
      <dsp:spPr>
        <a:xfrm>
          <a:off x="988057" y="198945"/>
          <a:ext cx="2864002" cy="2864002"/>
        </a:xfrm>
        <a:prstGeom prst="pie">
          <a:avLst>
            <a:gd name="adj1" fmla="val 16200000"/>
            <a:gd name="adj2" fmla="val 198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Combine sensors with embedded systems for real-time feedback</a:t>
          </a:r>
          <a:endParaRPr lang="en-US" sz="1050" kern="1200" dirty="0"/>
        </a:p>
      </dsp:txBody>
      <dsp:txXfrm>
        <a:off x="2450744" y="505803"/>
        <a:ext cx="835334" cy="613714"/>
      </dsp:txXfrm>
    </dsp:sp>
    <dsp:sp modelId="{C8204965-E11B-4D8E-AD53-2A7DCA072672}">
      <dsp:nvSpPr>
        <dsp:cNvPr id="0" name=""/>
        <dsp:cNvSpPr/>
      </dsp:nvSpPr>
      <dsp:spPr>
        <a:xfrm>
          <a:off x="902819" y="346578"/>
          <a:ext cx="2864002" cy="2864002"/>
        </a:xfrm>
        <a:prstGeom prst="pie">
          <a:avLst>
            <a:gd name="adj1" fmla="val 19800000"/>
            <a:gd name="adj2" fmla="val 18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Add GPS and emergency functions</a:t>
          </a:r>
          <a:endParaRPr lang="en-US" sz="1050" kern="1200" dirty="0"/>
        </a:p>
      </dsp:txBody>
      <dsp:txXfrm>
        <a:off x="2863297" y="1488769"/>
        <a:ext cx="866019" cy="579619"/>
      </dsp:txXfrm>
    </dsp:sp>
    <dsp:sp modelId="{B824A778-4E4A-46EA-8A1D-086C23F32EBE}">
      <dsp:nvSpPr>
        <dsp:cNvPr id="0" name=""/>
        <dsp:cNvSpPr/>
      </dsp:nvSpPr>
      <dsp:spPr>
        <a:xfrm>
          <a:off x="902819" y="346578"/>
          <a:ext cx="2864002" cy="2864002"/>
        </a:xfrm>
        <a:prstGeom prst="pie">
          <a:avLst>
            <a:gd name="adj1" fmla="val 1800000"/>
            <a:gd name="adj2" fmla="val 54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Affordable and easy to maintain</a:t>
          </a:r>
          <a:endParaRPr lang="en-US" sz="1050" kern="1200" dirty="0"/>
        </a:p>
      </dsp:txBody>
      <dsp:txXfrm>
        <a:off x="2365506" y="2290008"/>
        <a:ext cx="835334" cy="613714"/>
      </dsp:txXfrm>
    </dsp:sp>
    <dsp:sp modelId="{52F798B0-831F-417D-978A-32911D309592}">
      <dsp:nvSpPr>
        <dsp:cNvPr id="0" name=""/>
        <dsp:cNvSpPr/>
      </dsp:nvSpPr>
      <dsp:spPr>
        <a:xfrm>
          <a:off x="902819" y="346578"/>
          <a:ext cx="2864002" cy="2864002"/>
        </a:xfrm>
        <a:prstGeom prst="pie">
          <a:avLst>
            <a:gd name="adj1" fmla="val 5400000"/>
            <a:gd name="adj2" fmla="val 90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Obstacle detection for safer navigation</a:t>
          </a:r>
          <a:endParaRPr lang="en-US" sz="1050" kern="1200" dirty="0"/>
        </a:p>
      </dsp:txBody>
      <dsp:txXfrm>
        <a:off x="1468801" y="2290008"/>
        <a:ext cx="835334" cy="613714"/>
      </dsp:txXfrm>
    </dsp:sp>
    <dsp:sp modelId="{E732BAB2-30A1-44F8-AB37-45B75B4FD139}">
      <dsp:nvSpPr>
        <dsp:cNvPr id="0" name=""/>
        <dsp:cNvSpPr/>
      </dsp:nvSpPr>
      <dsp:spPr>
        <a:xfrm>
          <a:off x="902819" y="346578"/>
          <a:ext cx="2864002" cy="2864002"/>
        </a:xfrm>
        <a:prstGeom prst="pie">
          <a:avLst>
            <a:gd name="adj1" fmla="val 9000000"/>
            <a:gd name="adj2" fmla="val 126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Light up in the dark for safety</a:t>
          </a:r>
          <a:endParaRPr lang="en-US" sz="1050" kern="1200" dirty="0"/>
        </a:p>
      </dsp:txBody>
      <dsp:txXfrm>
        <a:off x="947143" y="1488769"/>
        <a:ext cx="866019" cy="579619"/>
      </dsp:txXfrm>
    </dsp:sp>
    <dsp:sp modelId="{252EEA24-8DD3-4093-A40C-7AC7FA4E541B}">
      <dsp:nvSpPr>
        <dsp:cNvPr id="0" name=""/>
        <dsp:cNvSpPr/>
      </dsp:nvSpPr>
      <dsp:spPr>
        <a:xfrm>
          <a:off x="902819" y="346578"/>
          <a:ext cx="2864002" cy="2864002"/>
        </a:xfrm>
        <a:prstGeom prst="pie">
          <a:avLst>
            <a:gd name="adj1" fmla="val 126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/>
            <a:t>Compass orientation and direction guidance</a:t>
          </a:r>
          <a:endParaRPr lang="en-US" sz="1050" kern="1200" dirty="0"/>
        </a:p>
      </dsp:txBody>
      <dsp:txXfrm>
        <a:off x="1468801" y="653435"/>
        <a:ext cx="835334" cy="613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86C35-FF77-4E58-891F-AE7AFB48D6A1}">
      <dsp:nvSpPr>
        <dsp:cNvPr id="0" name=""/>
        <dsp:cNvSpPr/>
      </dsp:nvSpPr>
      <dsp:spPr>
        <a:xfrm>
          <a:off x="512107" y="816229"/>
          <a:ext cx="2448688" cy="24486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C1C5FA-8E7F-4422-966E-87802EE432C0}">
      <dsp:nvSpPr>
        <dsp:cNvPr id="0" name=""/>
        <dsp:cNvSpPr/>
      </dsp:nvSpPr>
      <dsp:spPr>
        <a:xfrm>
          <a:off x="1001844" y="1305967"/>
          <a:ext cx="1469213" cy="14692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DA612C-3A85-4D37-A8C7-8A847785FE96}">
      <dsp:nvSpPr>
        <dsp:cNvPr id="0" name=""/>
        <dsp:cNvSpPr/>
      </dsp:nvSpPr>
      <dsp:spPr>
        <a:xfrm>
          <a:off x="1491582" y="1795704"/>
          <a:ext cx="489737" cy="4897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F97DE2-F77E-4AB4-B2EF-9969BDBD477C}">
      <dsp:nvSpPr>
        <dsp:cNvPr id="0" name=""/>
        <dsp:cNvSpPr/>
      </dsp:nvSpPr>
      <dsp:spPr>
        <a:xfrm>
          <a:off x="3350471" y="0"/>
          <a:ext cx="1827554" cy="714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Ensuring a safer navigation</a:t>
          </a:r>
          <a:endParaRPr lang="en-US" sz="1600" b="0" kern="1200" dirty="0"/>
        </a:p>
      </dsp:txBody>
      <dsp:txXfrm>
        <a:off x="3350471" y="0"/>
        <a:ext cx="1827554" cy="714200"/>
      </dsp:txXfrm>
    </dsp:sp>
    <dsp:sp modelId="{DCDB73CF-FF01-4DC0-9612-230A41F73229}">
      <dsp:nvSpPr>
        <dsp:cNvPr id="0" name=""/>
        <dsp:cNvSpPr/>
      </dsp:nvSpPr>
      <dsp:spPr>
        <a:xfrm>
          <a:off x="3062824" y="357100"/>
          <a:ext cx="306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540A6F1-F808-4F45-8CFE-1EF3FB7567FD}">
      <dsp:nvSpPr>
        <dsp:cNvPr id="0" name=""/>
        <dsp:cNvSpPr/>
      </dsp:nvSpPr>
      <dsp:spPr>
        <a:xfrm rot="5400000">
          <a:off x="1557493" y="536466"/>
          <a:ext cx="1683065" cy="132514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E349E51-2D5C-4D6D-908C-4EA965A243DD}">
      <dsp:nvSpPr>
        <dsp:cNvPr id="0" name=""/>
        <dsp:cNvSpPr/>
      </dsp:nvSpPr>
      <dsp:spPr>
        <a:xfrm>
          <a:off x="3350471" y="714200"/>
          <a:ext cx="1827554" cy="714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Assisting in the case of emergencies</a:t>
          </a:r>
          <a:endParaRPr lang="en-US" sz="1600" kern="1200" dirty="0"/>
        </a:p>
      </dsp:txBody>
      <dsp:txXfrm>
        <a:off x="3350471" y="714200"/>
        <a:ext cx="1827554" cy="714200"/>
      </dsp:txXfrm>
    </dsp:sp>
    <dsp:sp modelId="{8D2E4438-7408-4B96-AC3F-F4FB55A7DE84}">
      <dsp:nvSpPr>
        <dsp:cNvPr id="0" name=""/>
        <dsp:cNvSpPr/>
      </dsp:nvSpPr>
      <dsp:spPr>
        <a:xfrm>
          <a:off x="3062824" y="1071301"/>
          <a:ext cx="306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A819FAE-F75D-4BB7-AF4B-CFFC911F45C8}">
      <dsp:nvSpPr>
        <dsp:cNvPr id="0" name=""/>
        <dsp:cNvSpPr/>
      </dsp:nvSpPr>
      <dsp:spPr>
        <a:xfrm rot="5400000">
          <a:off x="1918756" y="1239526"/>
          <a:ext cx="1311517" cy="97416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66C6C87-D91E-435A-B230-8EB0F1A53F76}">
      <dsp:nvSpPr>
        <dsp:cNvPr id="0" name=""/>
        <dsp:cNvSpPr/>
      </dsp:nvSpPr>
      <dsp:spPr>
        <a:xfrm>
          <a:off x="3350471" y="1428401"/>
          <a:ext cx="1827554" cy="714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Enhancing mobility and independence</a:t>
          </a:r>
          <a:endParaRPr lang="en-US" sz="1600" kern="1200" dirty="0"/>
        </a:p>
      </dsp:txBody>
      <dsp:txXfrm>
        <a:off x="3350471" y="1428401"/>
        <a:ext cx="1827554" cy="714200"/>
      </dsp:txXfrm>
    </dsp:sp>
    <dsp:sp modelId="{7403F6DA-FA9C-40F6-8815-FCEE6BBC570B}">
      <dsp:nvSpPr>
        <dsp:cNvPr id="0" name=""/>
        <dsp:cNvSpPr/>
      </dsp:nvSpPr>
      <dsp:spPr>
        <a:xfrm>
          <a:off x="3062824" y="1785502"/>
          <a:ext cx="306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9BD7E5B-AF91-4E0D-8131-BCCAB6A649FE}">
      <dsp:nvSpPr>
        <dsp:cNvPr id="0" name=""/>
        <dsp:cNvSpPr/>
      </dsp:nvSpPr>
      <dsp:spPr>
        <a:xfrm rot="5400000">
          <a:off x="2280468" y="1942014"/>
          <a:ext cx="937031" cy="62319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57ED4-177C-4AF0-9AA3-67D5AC8E588E}">
      <dsp:nvSpPr>
        <dsp:cNvPr id="0" name=""/>
        <dsp:cNvSpPr/>
      </dsp:nvSpPr>
      <dsp:spPr>
        <a:xfrm>
          <a:off x="4289298" y="1242212"/>
          <a:ext cx="1525524" cy="15255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B4C4DCA-BDC0-45D5-8D23-E132F1237912}">
      <dsp:nvSpPr>
        <dsp:cNvPr id="0" name=""/>
        <dsp:cNvSpPr/>
      </dsp:nvSpPr>
      <dsp:spPr>
        <a:xfrm>
          <a:off x="4167256" y="0"/>
          <a:ext cx="1769607" cy="10242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Obstacle </a:t>
          </a:r>
          <a:r>
            <a:rPr lang="en-US" sz="1900" kern="1200" dirty="0" smtClean="0"/>
            <a:t>Detection</a:t>
          </a:r>
          <a:endParaRPr lang="en-US" sz="1900" kern="1200" dirty="0"/>
        </a:p>
      </dsp:txBody>
      <dsp:txXfrm>
        <a:off x="4167256" y="0"/>
        <a:ext cx="1769607" cy="1024280"/>
      </dsp:txXfrm>
    </dsp:sp>
    <dsp:sp modelId="{B30EAF3C-4D42-4D43-8182-6686DA2E3AB2}">
      <dsp:nvSpPr>
        <dsp:cNvPr id="0" name=""/>
        <dsp:cNvSpPr/>
      </dsp:nvSpPr>
      <dsp:spPr>
        <a:xfrm>
          <a:off x="4869607" y="1663692"/>
          <a:ext cx="1525524" cy="15255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DE8B5ED-111A-40A8-BE02-2AB0BE1E58BC}">
      <dsp:nvSpPr>
        <dsp:cNvPr id="0" name=""/>
        <dsp:cNvSpPr/>
      </dsp:nvSpPr>
      <dsp:spPr>
        <a:xfrm>
          <a:off x="6516563" y="1351178"/>
          <a:ext cx="1586544" cy="11114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Voice-Assisted Navigation</a:t>
          </a:r>
          <a:endParaRPr lang="en-US" sz="1900" kern="1200" dirty="0"/>
        </a:p>
      </dsp:txBody>
      <dsp:txXfrm>
        <a:off x="6516563" y="1351178"/>
        <a:ext cx="1586544" cy="1111453"/>
      </dsp:txXfrm>
    </dsp:sp>
    <dsp:sp modelId="{E575FED0-96FB-435D-B3D0-C2E10DC380B9}">
      <dsp:nvSpPr>
        <dsp:cNvPr id="0" name=""/>
        <dsp:cNvSpPr/>
      </dsp:nvSpPr>
      <dsp:spPr>
        <a:xfrm>
          <a:off x="4648101" y="2346255"/>
          <a:ext cx="1525524" cy="15255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0BD663-6B1A-47D4-B678-2BEEC643E717}">
      <dsp:nvSpPr>
        <dsp:cNvPr id="0" name=""/>
        <dsp:cNvSpPr/>
      </dsp:nvSpPr>
      <dsp:spPr>
        <a:xfrm>
          <a:off x="6272479" y="3247186"/>
          <a:ext cx="1586544" cy="11114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Automatic Nighttime Lighting</a:t>
          </a:r>
          <a:endParaRPr lang="en-US" sz="1900" kern="1200" dirty="0"/>
        </a:p>
      </dsp:txBody>
      <dsp:txXfrm>
        <a:off x="6272479" y="3247186"/>
        <a:ext cx="1586544" cy="1111453"/>
      </dsp:txXfrm>
    </dsp:sp>
    <dsp:sp modelId="{D599EE2A-9EC6-4AA2-BE51-158BB38487DE}">
      <dsp:nvSpPr>
        <dsp:cNvPr id="0" name=""/>
        <dsp:cNvSpPr/>
      </dsp:nvSpPr>
      <dsp:spPr>
        <a:xfrm>
          <a:off x="3930494" y="2346255"/>
          <a:ext cx="1525524" cy="15255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30A2469-B053-4E4A-BBBB-477011667C74}">
      <dsp:nvSpPr>
        <dsp:cNvPr id="0" name=""/>
        <dsp:cNvSpPr/>
      </dsp:nvSpPr>
      <dsp:spPr>
        <a:xfrm>
          <a:off x="2245095" y="3247186"/>
          <a:ext cx="1586544" cy="11114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Emergency Button </a:t>
          </a:r>
          <a:r>
            <a:rPr lang="en-US" sz="1900" kern="1200" dirty="0" smtClean="0"/>
            <a:t>+ </a:t>
          </a:r>
          <a:r>
            <a:rPr lang="en-US" sz="1900" kern="1200" dirty="0" smtClean="0"/>
            <a:t>Location Sharing</a:t>
          </a:r>
          <a:endParaRPr lang="en-US" sz="1900" kern="1200" dirty="0"/>
        </a:p>
      </dsp:txBody>
      <dsp:txXfrm>
        <a:off x="2245095" y="3247186"/>
        <a:ext cx="1586544" cy="1111453"/>
      </dsp:txXfrm>
    </dsp:sp>
    <dsp:sp modelId="{AB147391-9F44-47E5-B38D-3FD95A43220F}">
      <dsp:nvSpPr>
        <dsp:cNvPr id="0" name=""/>
        <dsp:cNvSpPr/>
      </dsp:nvSpPr>
      <dsp:spPr>
        <a:xfrm>
          <a:off x="3708988" y="1663692"/>
          <a:ext cx="1525524" cy="152552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9D64857-0EA8-4A94-A110-7A3ACC303CF4}">
      <dsp:nvSpPr>
        <dsp:cNvPr id="0" name=""/>
        <dsp:cNvSpPr/>
      </dsp:nvSpPr>
      <dsp:spPr>
        <a:xfrm>
          <a:off x="2001011" y="1351178"/>
          <a:ext cx="1586544" cy="11114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Water Detection</a:t>
          </a:r>
          <a:endParaRPr lang="en-US" sz="1900" kern="1200" dirty="0"/>
        </a:p>
      </dsp:txBody>
      <dsp:txXfrm>
        <a:off x="2001011" y="1351178"/>
        <a:ext cx="1586544" cy="1111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9F93-DFEA-443D-A428-AAABE2C9B0C9}">
      <dsp:nvSpPr>
        <dsp:cNvPr id="0" name=""/>
        <dsp:cNvSpPr/>
      </dsp:nvSpPr>
      <dsp:spPr>
        <a:xfrm>
          <a:off x="120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Ultrasonic sensor</a:t>
          </a:r>
          <a:endParaRPr lang="en-US" sz="3400" kern="1200" dirty="0"/>
        </a:p>
      </dsp:txBody>
      <dsp:txXfrm>
        <a:off x="1205" y="0"/>
        <a:ext cx="3133479" cy="1211580"/>
      </dsp:txXfrm>
    </dsp:sp>
    <dsp:sp modelId="{1419655D-6E91-47EC-802B-5FD423B355A8}">
      <dsp:nvSpPr>
        <dsp:cNvPr id="0" name=""/>
        <dsp:cNvSpPr/>
      </dsp:nvSpPr>
      <dsp:spPr>
        <a:xfrm>
          <a:off x="336969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 smtClean="0"/>
            <a:t>DFPlayer</a:t>
          </a:r>
          <a:endParaRPr lang="en-US" sz="3400" kern="1200" dirty="0"/>
        </a:p>
      </dsp:txBody>
      <dsp:txXfrm>
        <a:off x="3369695" y="0"/>
        <a:ext cx="3133479" cy="1211580"/>
      </dsp:txXfrm>
    </dsp:sp>
    <dsp:sp modelId="{86579111-FC91-47B4-A9FD-3045A106129C}">
      <dsp:nvSpPr>
        <dsp:cNvPr id="0" name=""/>
        <dsp:cNvSpPr/>
      </dsp:nvSpPr>
      <dsp:spPr>
        <a:xfrm>
          <a:off x="6738186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SIM Card + Speaker</a:t>
          </a:r>
          <a:endParaRPr lang="en-US" sz="3400" kern="1200" dirty="0"/>
        </a:p>
      </dsp:txBody>
      <dsp:txXfrm>
        <a:off x="6738186" y="0"/>
        <a:ext cx="3133479" cy="1211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9F93-DFEA-443D-A428-AAABE2C9B0C9}">
      <dsp:nvSpPr>
        <dsp:cNvPr id="0" name=""/>
        <dsp:cNvSpPr/>
      </dsp:nvSpPr>
      <dsp:spPr>
        <a:xfrm>
          <a:off x="120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Sensors: Ultrasonic + voice feedback</a:t>
          </a:r>
          <a:endParaRPr lang="en-US" sz="2900" kern="1200" dirty="0"/>
        </a:p>
      </dsp:txBody>
      <dsp:txXfrm>
        <a:off x="1205" y="0"/>
        <a:ext cx="3133479" cy="1211580"/>
      </dsp:txXfrm>
    </dsp:sp>
    <dsp:sp modelId="{1419655D-6E91-47EC-802B-5FD423B355A8}">
      <dsp:nvSpPr>
        <dsp:cNvPr id="0" name=""/>
        <dsp:cNvSpPr/>
      </dsp:nvSpPr>
      <dsp:spPr>
        <a:xfrm>
          <a:off x="336969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LDR + LED</a:t>
          </a:r>
          <a:endParaRPr lang="en-US" sz="2900" kern="1200" dirty="0"/>
        </a:p>
      </dsp:txBody>
      <dsp:txXfrm>
        <a:off x="3369695" y="0"/>
        <a:ext cx="3133479" cy="1211580"/>
      </dsp:txXfrm>
    </dsp:sp>
    <dsp:sp modelId="{86579111-FC91-47B4-A9FD-3045A106129C}">
      <dsp:nvSpPr>
        <dsp:cNvPr id="0" name=""/>
        <dsp:cNvSpPr/>
      </dsp:nvSpPr>
      <dsp:spPr>
        <a:xfrm>
          <a:off x="6738186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Water sensor </a:t>
          </a:r>
          <a:endParaRPr lang="en-US" sz="2900" kern="1200" dirty="0"/>
        </a:p>
      </dsp:txBody>
      <dsp:txXfrm>
        <a:off x="6738186" y="0"/>
        <a:ext cx="3133479" cy="12115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9F93-DFEA-443D-A428-AAABE2C9B0C9}">
      <dsp:nvSpPr>
        <dsp:cNvPr id="0" name=""/>
        <dsp:cNvSpPr/>
      </dsp:nvSpPr>
      <dsp:spPr>
        <a:xfrm>
          <a:off x="120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ESP32</a:t>
          </a:r>
          <a:endParaRPr lang="en-US" sz="3400" kern="1200" dirty="0"/>
        </a:p>
      </dsp:txBody>
      <dsp:txXfrm>
        <a:off x="1205" y="0"/>
        <a:ext cx="3133479" cy="1211580"/>
      </dsp:txXfrm>
    </dsp:sp>
    <dsp:sp modelId="{1419655D-6E91-47EC-802B-5FD423B355A8}">
      <dsp:nvSpPr>
        <dsp:cNvPr id="0" name=""/>
        <dsp:cNvSpPr/>
      </dsp:nvSpPr>
      <dsp:spPr>
        <a:xfrm>
          <a:off x="336969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NEO-6M GPS Module</a:t>
          </a:r>
          <a:endParaRPr lang="en-US" sz="3400" kern="1200" dirty="0"/>
        </a:p>
      </dsp:txBody>
      <dsp:txXfrm>
        <a:off x="3369695" y="0"/>
        <a:ext cx="3133479" cy="1211580"/>
      </dsp:txXfrm>
    </dsp:sp>
    <dsp:sp modelId="{86579111-FC91-47B4-A9FD-3045A106129C}">
      <dsp:nvSpPr>
        <dsp:cNvPr id="0" name=""/>
        <dsp:cNvSpPr/>
      </dsp:nvSpPr>
      <dsp:spPr>
        <a:xfrm>
          <a:off x="6738186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Emergency Button</a:t>
          </a:r>
          <a:endParaRPr lang="en-US" sz="3400" kern="1200" dirty="0"/>
        </a:p>
      </dsp:txBody>
      <dsp:txXfrm>
        <a:off x="6738186" y="0"/>
        <a:ext cx="3133479" cy="12115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9F93-DFEA-443D-A428-AAABE2C9B0C9}">
      <dsp:nvSpPr>
        <dsp:cNvPr id="0" name=""/>
        <dsp:cNvSpPr/>
      </dsp:nvSpPr>
      <dsp:spPr>
        <a:xfrm>
          <a:off x="120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FF0000"/>
              </a:solidFill>
            </a:rPr>
            <a:t>18650 Li-ion Rechargeable Batteries</a:t>
          </a:r>
          <a:endParaRPr lang="en-US" sz="2400" kern="1200" dirty="0">
            <a:solidFill>
              <a:srgbClr val="FF0000"/>
            </a:solidFill>
          </a:endParaRPr>
        </a:p>
      </dsp:txBody>
      <dsp:txXfrm>
        <a:off x="1205" y="0"/>
        <a:ext cx="3133479" cy="1211580"/>
      </dsp:txXfrm>
    </dsp:sp>
    <dsp:sp modelId="{1419655D-6E91-47EC-802B-5FD423B355A8}">
      <dsp:nvSpPr>
        <dsp:cNvPr id="0" name=""/>
        <dsp:cNvSpPr/>
      </dsp:nvSpPr>
      <dsp:spPr>
        <a:xfrm>
          <a:off x="3369695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TP4056 Battery Charging Module</a:t>
          </a:r>
          <a:endParaRPr lang="en-US" sz="2400" kern="1200" dirty="0"/>
        </a:p>
      </dsp:txBody>
      <dsp:txXfrm>
        <a:off x="3369695" y="0"/>
        <a:ext cx="3133479" cy="1211580"/>
      </dsp:txXfrm>
    </dsp:sp>
    <dsp:sp modelId="{86579111-FC91-47B4-A9FD-3045A106129C}">
      <dsp:nvSpPr>
        <dsp:cNvPr id="0" name=""/>
        <dsp:cNvSpPr/>
      </dsp:nvSpPr>
      <dsp:spPr>
        <a:xfrm>
          <a:off x="6738186" y="0"/>
          <a:ext cx="3133479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Slide Switch</a:t>
          </a:r>
          <a:endParaRPr lang="en-US" sz="2400" kern="1200" dirty="0"/>
        </a:p>
      </dsp:txBody>
      <dsp:txXfrm>
        <a:off x="6738186" y="0"/>
        <a:ext cx="3133479" cy="12115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9F93-DFEA-443D-A428-AAABE2C9B0C9}">
      <dsp:nvSpPr>
        <dsp:cNvPr id="0" name=""/>
        <dsp:cNvSpPr/>
      </dsp:nvSpPr>
      <dsp:spPr>
        <a:xfrm>
          <a:off x="2380" y="0"/>
          <a:ext cx="2335647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>
              <a:solidFill>
                <a:srgbClr val="FF0000"/>
              </a:solidFill>
            </a:rPr>
            <a:t>Breadboard</a:t>
          </a:r>
          <a:endParaRPr lang="en-US" sz="3300" kern="1200" dirty="0">
            <a:solidFill>
              <a:srgbClr val="FF0000"/>
            </a:solidFill>
          </a:endParaRPr>
        </a:p>
      </dsp:txBody>
      <dsp:txXfrm>
        <a:off x="2380" y="0"/>
        <a:ext cx="2335647" cy="1211580"/>
      </dsp:txXfrm>
    </dsp:sp>
    <dsp:sp modelId="{1419655D-6E91-47EC-802B-5FD423B355A8}">
      <dsp:nvSpPr>
        <dsp:cNvPr id="0" name=""/>
        <dsp:cNvSpPr/>
      </dsp:nvSpPr>
      <dsp:spPr>
        <a:xfrm>
          <a:off x="2513201" y="0"/>
          <a:ext cx="2335647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Jumper Wires</a:t>
          </a:r>
          <a:endParaRPr lang="en-US" sz="3300" kern="1200" dirty="0"/>
        </a:p>
      </dsp:txBody>
      <dsp:txXfrm>
        <a:off x="2513201" y="0"/>
        <a:ext cx="2335647" cy="1211580"/>
      </dsp:txXfrm>
    </dsp:sp>
    <dsp:sp modelId="{68C02878-8F1D-4947-9BCD-8509563B59A8}">
      <dsp:nvSpPr>
        <dsp:cNvPr id="0" name=""/>
        <dsp:cNvSpPr/>
      </dsp:nvSpPr>
      <dsp:spPr>
        <a:xfrm>
          <a:off x="5024022" y="0"/>
          <a:ext cx="2335647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Resistors</a:t>
          </a:r>
        </a:p>
      </dsp:txBody>
      <dsp:txXfrm>
        <a:off x="5024022" y="0"/>
        <a:ext cx="2335647" cy="1211580"/>
      </dsp:txXfrm>
    </dsp:sp>
    <dsp:sp modelId="{3B9A4256-9548-41A2-A658-112B3AE5A71A}">
      <dsp:nvSpPr>
        <dsp:cNvPr id="0" name=""/>
        <dsp:cNvSpPr/>
      </dsp:nvSpPr>
      <dsp:spPr>
        <a:xfrm>
          <a:off x="7534843" y="0"/>
          <a:ext cx="2335647" cy="4038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Cane and Box</a:t>
          </a:r>
          <a:endParaRPr lang="en-US" sz="3300" kern="1200" dirty="0"/>
        </a:p>
      </dsp:txBody>
      <dsp:txXfrm>
        <a:off x="7534843" y="0"/>
        <a:ext cx="2335647" cy="1211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96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2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1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6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2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7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96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4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8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6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8216B-5A59-4304-A4AF-95F56E67470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91E8-E9A6-42D7-B78F-9ACAA780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2F8216B-5A59-4304-A4AF-95F56E674700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20591E8-E9A6-42D7-B78F-9ACAA78015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79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diagramLayout" Target="../diagrams/layout4.xml"/><Relationship Id="rId7" Type="http://schemas.openxmlformats.org/officeDocument/2006/relationships/image" Target="../media/image9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1.jf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diagramLayout" Target="../diagrams/layout5.xml"/><Relationship Id="rId7" Type="http://schemas.openxmlformats.org/officeDocument/2006/relationships/image" Target="../media/image9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1.jf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diagramLayout" Target="../diagrams/layout6.xml"/><Relationship Id="rId7" Type="http://schemas.openxmlformats.org/officeDocument/2006/relationships/image" Target="../media/image12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1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656" y="2548444"/>
            <a:ext cx="9966960" cy="1155337"/>
          </a:xfrm>
        </p:spPr>
        <p:txBody>
          <a:bodyPr>
            <a:noAutofit/>
          </a:bodyPr>
          <a:lstStyle/>
          <a:p>
            <a:r>
              <a:rPr lang="en-US" sz="540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Multi-functional Cane</a:t>
            </a:r>
            <a:br>
              <a:rPr lang="en-US" sz="540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dirty="0" smtClean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 assistive device for the visually impaired</a:t>
            </a:r>
            <a:endParaRPr lang="en-US" sz="5400" b="0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4226318"/>
            <a:ext cx="3721452" cy="18087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Yazbeck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- 94764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Serena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Haidar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- 90457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Zein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Attar -94266</a:t>
            </a:r>
          </a:p>
          <a:p>
            <a:pPr algn="l"/>
            <a:endParaRPr lang="en-US" sz="2800" dirty="0">
              <a:solidFill>
                <a:srgbClr val="2A5C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259782" y="4226319"/>
            <a:ext cx="3504490" cy="1712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By: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Mohamad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Shreif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48368" y="497012"/>
            <a:ext cx="2571537" cy="718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Embedded Design</a:t>
            </a:r>
            <a:endParaRPr lang="en-US" sz="2000" b="1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C26AD8-F846-4EDE-9AF4-70AED27D5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14" y="505718"/>
            <a:ext cx="3895337" cy="1313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4E56A2-7EB4-4046-96A8-34C87F110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19" y="505719"/>
            <a:ext cx="1492481" cy="149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Components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Design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7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5A48-D283-4FAB-98ED-B07132CC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2360-2135-4857-9941-DD45CA021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the temperature in a specific medium.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measurement range between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-40C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+125C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up RGB LEDs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corresponding temperature.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30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cap="all" dirty="0"/>
              <a:t>Problem </a:t>
            </a:r>
            <a:r>
              <a:rPr lang="en-US" sz="4000" cap="all" dirty="0" smtClean="0"/>
              <a:t>: </a:t>
            </a:r>
            <a:r>
              <a:rPr lang="en-US" sz="4000" cap="all" dirty="0"/>
              <a:t>Challenges Faced by the Visually Impaired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Detecting obstacles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Navigating unfamiliar </a:t>
            </a:r>
            <a:r>
              <a:rPr lang="en-US" dirty="0" smtClean="0">
                <a:solidFill>
                  <a:schemeClr val="tx1"/>
                </a:solidFill>
              </a:rPr>
              <a:t>environments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Lack of access to affordable smart </a:t>
            </a:r>
            <a:r>
              <a:rPr lang="en-US" dirty="0" smtClean="0">
                <a:solidFill>
                  <a:schemeClr val="tx1"/>
                </a:solidFill>
              </a:rPr>
              <a:t>devices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Safety risks at </a:t>
            </a:r>
            <a:r>
              <a:rPr lang="en-US" dirty="0" smtClean="0">
                <a:solidFill>
                  <a:schemeClr val="tx1"/>
                </a:solidFill>
              </a:rPr>
              <a:t>night </a:t>
            </a:r>
            <a:r>
              <a:rPr lang="en-US" dirty="0">
                <a:solidFill>
                  <a:schemeClr val="tx1"/>
                </a:solidFill>
              </a:rPr>
              <a:t>or in emergencies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44" r="7261"/>
          <a:stretch/>
        </p:blipFill>
        <p:spPr>
          <a:xfrm>
            <a:off x="7454512" y="2436091"/>
            <a:ext cx="3804615" cy="266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07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OUR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5771284" cy="4038600"/>
          </a:xfrm>
        </p:spPr>
        <p:txBody>
          <a:bodyPr/>
          <a:lstStyle/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Help blind people navigate their environment in a safer way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Applying embedded systems for social </a:t>
            </a:r>
            <a:r>
              <a:rPr lang="en-US" dirty="0" smtClean="0">
                <a:solidFill>
                  <a:schemeClr val="tx1"/>
                </a:solidFill>
              </a:rPr>
              <a:t>impact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Desire to build practical, accessible 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285" y="1558260"/>
            <a:ext cx="45148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0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SYSTEMS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746760" y="1706880"/>
          <a:ext cx="10942320" cy="4663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96323">
                  <a:extLst>
                    <a:ext uri="{9D8B030D-6E8A-4147-A177-3AD203B41FA5}">
                      <a16:colId xmlns:a16="http://schemas.microsoft.com/office/drawing/2014/main" val="320938601"/>
                    </a:ext>
                  </a:extLst>
                </a:gridCol>
                <a:gridCol w="1772069">
                  <a:extLst>
                    <a:ext uri="{9D8B030D-6E8A-4147-A177-3AD203B41FA5}">
                      <a16:colId xmlns:a16="http://schemas.microsoft.com/office/drawing/2014/main" val="741050295"/>
                    </a:ext>
                  </a:extLst>
                </a:gridCol>
                <a:gridCol w="2074024">
                  <a:extLst>
                    <a:ext uri="{9D8B030D-6E8A-4147-A177-3AD203B41FA5}">
                      <a16:colId xmlns:a16="http://schemas.microsoft.com/office/drawing/2014/main" val="1946263284"/>
                    </a:ext>
                  </a:extLst>
                </a:gridCol>
                <a:gridCol w="1294802">
                  <a:extLst>
                    <a:ext uri="{9D8B030D-6E8A-4147-A177-3AD203B41FA5}">
                      <a16:colId xmlns:a16="http://schemas.microsoft.com/office/drawing/2014/main" val="3985875555"/>
                    </a:ext>
                  </a:extLst>
                </a:gridCol>
                <a:gridCol w="1316627">
                  <a:extLst>
                    <a:ext uri="{9D8B030D-6E8A-4147-A177-3AD203B41FA5}">
                      <a16:colId xmlns:a16="http://schemas.microsoft.com/office/drawing/2014/main" val="3686892499"/>
                    </a:ext>
                  </a:extLst>
                </a:gridCol>
                <a:gridCol w="2388475">
                  <a:extLst>
                    <a:ext uri="{9D8B030D-6E8A-4147-A177-3AD203B41FA5}">
                      <a16:colId xmlns:a16="http://schemas.microsoft.com/office/drawing/2014/main" val="4178772984"/>
                    </a:ext>
                  </a:extLst>
                </a:gridCol>
              </a:tblGrid>
              <a:tr h="460573">
                <a:tc>
                  <a:txBody>
                    <a:bodyPr/>
                    <a:lstStyle/>
                    <a:p>
                      <a:r>
                        <a:rPr lang="en-US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Audio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GPS / 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Light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821934"/>
                  </a:ext>
                </a:extLst>
              </a:tr>
              <a:tr h="598745">
                <a:tc>
                  <a:txBody>
                    <a:bodyPr/>
                    <a:lstStyle/>
                    <a:p>
                      <a:r>
                        <a:rPr lang="en-US"/>
                        <a:t>SmartCane (IIT Delhi)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Ultrasonic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Vibration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Widely adopted; lacks GPS or AI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594167"/>
                  </a:ext>
                </a:extLst>
              </a:tr>
              <a:tr h="736917">
                <a:tc>
                  <a:txBody>
                    <a:bodyPr/>
                    <a:lstStyle/>
                    <a:p>
                      <a:r>
                        <a:rPr lang="en-US"/>
                        <a:t>Batcane (Leeds University)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Sonar-based echolocation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Vibration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Detects obstacles in multiple directions; no GPS/audio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1153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dirty="0" err="1"/>
                        <a:t>XploR</a:t>
                      </a:r>
                      <a:r>
                        <a:rPr lang="en-US" dirty="0"/>
                        <a:t> Cane (Birmingham City U.)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Facial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Bone-conduction audio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Enhances social interaction; limited recognition 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600117"/>
                  </a:ext>
                </a:extLst>
              </a:tr>
              <a:tr h="598745">
                <a:tc>
                  <a:txBody>
                    <a:bodyPr/>
                    <a:lstStyle/>
                    <a:p>
                      <a:r>
                        <a:rPr lang="en-US" dirty="0"/>
                        <a:t>Chest Camera + Wristbands (US)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vision (obstacles)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Vibrating wristbands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Effective in crowds; lacks GPS and audio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876462"/>
                  </a:ext>
                </a:extLst>
              </a:tr>
              <a:tr h="875089">
                <a:tc>
                  <a:txBody>
                    <a:bodyPr/>
                    <a:lstStyle/>
                    <a:p>
                      <a:r>
                        <a:rPr lang="en-US" dirty="0"/>
                        <a:t>Our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Ultrasonic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MP3 audio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Includes water hazard detection, lighting, and emergency SMS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09091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48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544" y="624897"/>
            <a:ext cx="10808855" cy="135636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PROPOSED SOLUTION: MULTI-FUNCTIONAL CANE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	     SOLUTION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1143000" y="2814301"/>
          <a:ext cx="4754880" cy="3409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	      GOALS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4"/>
            <p:extLst/>
          </p:nvPr>
        </p:nvGraphicFramePr>
        <p:xfrm>
          <a:off x="6360159" y="2719322"/>
          <a:ext cx="5406967" cy="3264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2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FUNCTIONALITY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9191993"/>
              </p:ext>
            </p:extLst>
          </p:nvPr>
        </p:nvGraphicFramePr>
        <p:xfrm>
          <a:off x="1143000" y="1737360"/>
          <a:ext cx="10104120" cy="4358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068" r="12131"/>
          <a:stretch/>
        </p:blipFill>
        <p:spPr>
          <a:xfrm>
            <a:off x="9103360" y="2670175"/>
            <a:ext cx="2692400" cy="1993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" y="2882921"/>
            <a:ext cx="2395220" cy="151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97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3188" y="2479496"/>
            <a:ext cx="8096034" cy="135636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Components</a:t>
            </a:r>
          </a:p>
        </p:txBody>
      </p:sp>
    </p:spTree>
    <p:extLst>
      <p:ext uri="{BB962C8B-B14F-4D97-AF65-F5344CB8AC3E}">
        <p14:creationId xmlns:p14="http://schemas.microsoft.com/office/powerpoint/2010/main" val="142819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ARDUINO MEGA 2560 </a:t>
            </a:r>
            <a:r>
              <a:rPr lang="en-US" dirty="0" smtClean="0"/>
              <a:t>: OVERVIEW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61239"/>
            <a:ext cx="5393467" cy="271949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79491" y="1752369"/>
            <a:ext cx="500102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>
                <a:solidFill>
                  <a:srgbClr val="FF0000"/>
                </a:solidFill>
              </a:rPr>
              <a:t>Low-cost </a:t>
            </a:r>
            <a:r>
              <a:rPr lang="en-US" sz="1900" dirty="0">
                <a:solidFill>
                  <a:srgbClr val="FF0000"/>
                </a:solidFill>
              </a:rPr>
              <a:t>and low-power System on a Chip (</a:t>
            </a:r>
            <a:r>
              <a:rPr lang="en-US" sz="1900" dirty="0" err="1">
                <a:solidFill>
                  <a:srgbClr val="FF0000"/>
                </a:solidFill>
              </a:rPr>
              <a:t>SoC</a:t>
            </a:r>
            <a:r>
              <a:rPr lang="en-US" sz="1900" dirty="0">
                <a:solidFill>
                  <a:srgbClr val="FF0000"/>
                </a:solidFill>
              </a:rPr>
              <a:t>) </a:t>
            </a:r>
            <a:r>
              <a:rPr lang="en-US" sz="1900" dirty="0" smtClean="0">
                <a:solidFill>
                  <a:srgbClr val="FF0000"/>
                </a:solidFill>
              </a:rPr>
              <a:t>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>
                <a:solidFill>
                  <a:srgbClr val="FF0000"/>
                </a:solidFill>
              </a:rPr>
              <a:t>Developed </a:t>
            </a:r>
            <a:r>
              <a:rPr lang="en-US" sz="1900" dirty="0">
                <a:solidFill>
                  <a:srgbClr val="FF0000"/>
                </a:solidFill>
              </a:rPr>
              <a:t>by </a:t>
            </a:r>
            <a:r>
              <a:rPr lang="en-US" sz="1900" dirty="0" err="1">
                <a:solidFill>
                  <a:srgbClr val="FF0000"/>
                </a:solidFill>
              </a:rPr>
              <a:t>Espressif</a:t>
            </a:r>
            <a:r>
              <a:rPr lang="en-US" sz="1900" dirty="0">
                <a:solidFill>
                  <a:srgbClr val="FF0000"/>
                </a:solidFill>
              </a:rPr>
              <a:t> Systems. </a:t>
            </a:r>
            <a:endParaRPr lang="en-US" sz="19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>
                <a:solidFill>
                  <a:srgbClr val="FF0000"/>
                </a:solidFill>
              </a:rPr>
              <a:t>Designed </a:t>
            </a:r>
            <a:r>
              <a:rPr lang="en-US" sz="1900" dirty="0">
                <a:solidFill>
                  <a:srgbClr val="FF0000"/>
                </a:solidFill>
              </a:rPr>
              <a:t>for mobile devices, wearable electronics and Internet of Things (</a:t>
            </a:r>
            <a:r>
              <a:rPr lang="en-US" sz="1900" dirty="0" err="1">
                <a:solidFill>
                  <a:srgbClr val="FF0000"/>
                </a:solidFill>
              </a:rPr>
              <a:t>IoT</a:t>
            </a:r>
            <a:r>
              <a:rPr lang="en-US" sz="1900" dirty="0">
                <a:solidFill>
                  <a:srgbClr val="FF0000"/>
                </a:solidFill>
              </a:rPr>
              <a:t>) </a:t>
            </a:r>
            <a:r>
              <a:rPr lang="en-US" sz="1900" dirty="0" smtClean="0">
                <a:solidFill>
                  <a:srgbClr val="FF0000"/>
                </a:solidFill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FF0000"/>
                </a:solidFill>
              </a:rPr>
              <a:t>Wireless Connectivity</a:t>
            </a:r>
            <a:r>
              <a:rPr lang="en-US" sz="1900" dirty="0" smtClean="0">
                <a:solidFill>
                  <a:srgbClr val="FF0000"/>
                </a:solidFill>
              </a:rPr>
              <a:t>: </a:t>
            </a:r>
            <a:r>
              <a:rPr lang="en-US" sz="1900" dirty="0">
                <a:solidFill>
                  <a:srgbClr val="FF0000"/>
                </a:solidFill>
              </a:rPr>
              <a:t>Wi-Fi and </a:t>
            </a:r>
            <a:r>
              <a:rPr lang="en-US" sz="1900" dirty="0" smtClean="0">
                <a:solidFill>
                  <a:srgbClr val="FF0000"/>
                </a:solidFill>
              </a:rPr>
              <a:t>Bluetooth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FF0000"/>
                </a:solidFill>
              </a:rPr>
              <a:t>Processor speed </a:t>
            </a:r>
            <a:r>
              <a:rPr lang="en-US" sz="1900" dirty="0" smtClean="0">
                <a:solidFill>
                  <a:srgbClr val="FF0000"/>
                </a:solidFill>
              </a:rPr>
              <a:t>: 240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FF0000"/>
                </a:solidFill>
              </a:rPr>
              <a:t>Memory</a:t>
            </a:r>
            <a:r>
              <a:rPr lang="en-US" sz="1900" dirty="0" smtClean="0">
                <a:solidFill>
                  <a:srgbClr val="FF0000"/>
                </a:solidFill>
              </a:rPr>
              <a:t>: 520 KiB SRAM and 448 KiB ROM</a:t>
            </a:r>
          </a:p>
          <a:p>
            <a:r>
              <a:rPr lang="en-US" sz="1900" dirty="0">
                <a:solidFill>
                  <a:srgbClr val="FF0000"/>
                </a:solidFill>
              </a:rPr>
              <a:t> </a:t>
            </a:r>
            <a:r>
              <a:rPr lang="en-US" sz="1900" dirty="0" smtClean="0">
                <a:solidFill>
                  <a:srgbClr val="FF0000"/>
                </a:solidFill>
              </a:rPr>
              <a:t>   	    Supports external flash and PSRAM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32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ESP32 : FEATURES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61239"/>
            <a:ext cx="5393467" cy="271949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79491" y="1752369"/>
            <a:ext cx="50010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Peripheral interfaces:</a:t>
            </a:r>
            <a:endParaRPr lang="en-US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34  programmable </a:t>
            </a:r>
            <a:r>
              <a:rPr lang="en-US" dirty="0" smtClean="0">
                <a:solidFill>
                  <a:srgbClr val="FF0000"/>
                </a:solidFill>
              </a:rPr>
              <a:t>GPIOs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12-bit SAR ADC, DAC, SPI, UART, PWM and </a:t>
            </a:r>
            <a:r>
              <a:rPr lang="en-US" dirty="0" smtClean="0">
                <a:solidFill>
                  <a:srgbClr val="FF0000"/>
                </a:solidFill>
              </a:rPr>
              <a:t>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Clocks and timers: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2 Internal oscillators (8 </a:t>
            </a:r>
            <a:r>
              <a:rPr lang="en-US" dirty="0">
                <a:solidFill>
                  <a:srgbClr val="FF0000"/>
                </a:solidFill>
              </a:rPr>
              <a:t>MHz </a:t>
            </a:r>
            <a:r>
              <a:rPr lang="en-US" dirty="0" smtClean="0">
                <a:solidFill>
                  <a:srgbClr val="FF0000"/>
                </a:solidFill>
              </a:rPr>
              <a:t>and RC) </a:t>
            </a:r>
            <a:r>
              <a:rPr lang="en-US" dirty="0">
                <a:solidFill>
                  <a:srgbClr val="FF0000"/>
                </a:solidFill>
              </a:rPr>
              <a:t>with calibration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2 External </a:t>
            </a:r>
            <a:r>
              <a:rPr lang="en-US" dirty="0">
                <a:solidFill>
                  <a:srgbClr val="FF0000"/>
                </a:solidFill>
              </a:rPr>
              <a:t>crystal oscillator </a:t>
            </a:r>
            <a:r>
              <a:rPr lang="en-US" dirty="0" smtClean="0">
                <a:solidFill>
                  <a:srgbClr val="FF0000"/>
                </a:solidFill>
              </a:rPr>
              <a:t>: 2 </a:t>
            </a:r>
            <a:r>
              <a:rPr lang="en-US" dirty="0">
                <a:solidFill>
                  <a:srgbClr val="FF0000"/>
                </a:solidFill>
              </a:rPr>
              <a:t>MHz ~ 60 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40 MHz only for Wi-Fi/Bluetooth functionality</a:t>
            </a:r>
            <a:r>
              <a:rPr lang="en-US" dirty="0" smtClean="0">
                <a:solidFill>
                  <a:srgbClr val="FF0000"/>
                </a:solidFill>
              </a:rPr>
              <a:t>) and </a:t>
            </a:r>
            <a:r>
              <a:rPr lang="en-US" dirty="0">
                <a:solidFill>
                  <a:srgbClr val="FF0000"/>
                </a:solidFill>
              </a:rPr>
              <a:t>32 kHz </a:t>
            </a:r>
            <a:r>
              <a:rPr lang="en-US" dirty="0" smtClean="0">
                <a:solidFill>
                  <a:srgbClr val="FF0000"/>
                </a:solidFill>
              </a:rPr>
              <a:t>for </a:t>
            </a:r>
            <a:r>
              <a:rPr lang="en-US" dirty="0">
                <a:solidFill>
                  <a:srgbClr val="FF0000"/>
                </a:solidFill>
              </a:rPr>
              <a:t>RTC with </a:t>
            </a:r>
            <a:r>
              <a:rPr lang="en-US" dirty="0" smtClean="0">
                <a:solidFill>
                  <a:srgbClr val="FF0000"/>
                </a:solidFill>
              </a:rPr>
              <a:t>calibration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Power Management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dirty="0">
                <a:solidFill>
                  <a:srgbClr val="FF0000"/>
                </a:solidFill>
              </a:rPr>
              <a:t>5 power modes, including deep sleep(10 </a:t>
            </a:r>
            <a:r>
              <a:rPr lang="en-US" dirty="0" err="1">
                <a:solidFill>
                  <a:srgbClr val="FF0000"/>
                </a:solidFill>
              </a:rPr>
              <a:t>μA</a:t>
            </a:r>
            <a:r>
              <a:rPr lang="en-US" dirty="0">
                <a:solidFill>
                  <a:srgbClr val="FF0000"/>
                </a:solidFill>
              </a:rPr>
              <a:t>.) and Hibernation for energy efficient operation.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942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053" y="1715819"/>
            <a:ext cx="6328881" cy="3402550"/>
          </a:xfrm>
        </p:spPr>
      </p:pic>
      <p:sp>
        <p:nvSpPr>
          <p:cNvPr id="5" name="TextBox 4"/>
          <p:cNvSpPr txBox="1"/>
          <p:nvPr/>
        </p:nvSpPr>
        <p:spPr>
          <a:xfrm>
            <a:off x="2469222" y="5183282"/>
            <a:ext cx="7253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Arduino Uno is an open-source microcontroller board based on the Microchip ATmega328P microcontroller and developed by Arduino.cc. The board is equipped with sets of digital and analog input/output pins that may be interfaced to various expansion boards and other circuits.</a:t>
            </a:r>
          </a:p>
        </p:txBody>
      </p:sp>
    </p:spTree>
    <p:extLst>
      <p:ext uri="{BB962C8B-B14F-4D97-AF65-F5344CB8AC3E}">
        <p14:creationId xmlns:p14="http://schemas.microsoft.com/office/powerpoint/2010/main" val="2203999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MAIN COMPONENTS</a:t>
            </a:r>
            <a:r>
              <a:rPr lang="en-US" sz="4000" dirty="0" smtClean="0"/>
              <a:t>		</a:t>
            </a:r>
            <a:endParaRPr lang="en-US" sz="40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459003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227" y="3687063"/>
            <a:ext cx="1048501" cy="14444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917" y="3482782"/>
            <a:ext cx="1444455" cy="14444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144" y="3482782"/>
            <a:ext cx="1768582" cy="132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46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MAIN COMPONENTS</a:t>
            </a:r>
            <a:r>
              <a:rPr lang="en-US" sz="4000" dirty="0" smtClean="0"/>
              <a:t>		</a:t>
            </a:r>
            <a:endParaRPr lang="en-US" sz="40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53" y="4409291"/>
            <a:ext cx="1048501" cy="14444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044" y="3224164"/>
            <a:ext cx="1444455" cy="14444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573" y="3084562"/>
            <a:ext cx="1768582" cy="132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55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COMPONENTS: COMMUNICATION AND LOCATION MODULES		</a:t>
            </a:r>
            <a:endParaRPr lang="en-US" sz="32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549090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5" t="19978" r="7886" b="10790"/>
          <a:stretch/>
        </p:blipFill>
        <p:spPr>
          <a:xfrm>
            <a:off x="4782569" y="3470646"/>
            <a:ext cx="2668366" cy="21617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84"/>
          <a:stretch/>
        </p:blipFill>
        <p:spPr>
          <a:xfrm>
            <a:off x="1530569" y="3311910"/>
            <a:ext cx="2489186" cy="222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09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ESP32 : OVERVIEW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752369"/>
            <a:ext cx="5393467" cy="393723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29015" y="1178711"/>
            <a:ext cx="5001029" cy="583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/>
              <a:t>Low-cost </a:t>
            </a:r>
            <a:r>
              <a:rPr lang="en-US" sz="1900" dirty="0"/>
              <a:t>and low-power System on a Chip (</a:t>
            </a:r>
            <a:r>
              <a:rPr lang="en-US" sz="1900" dirty="0" err="1"/>
              <a:t>SoC</a:t>
            </a:r>
            <a:r>
              <a:rPr lang="en-US" sz="1900" dirty="0"/>
              <a:t>) </a:t>
            </a:r>
            <a:r>
              <a:rPr lang="en-US" sz="1900" dirty="0" smtClean="0"/>
              <a:t>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/>
              <a:t>Developed </a:t>
            </a:r>
            <a:r>
              <a:rPr lang="en-US" sz="1900" dirty="0"/>
              <a:t>by </a:t>
            </a:r>
            <a:r>
              <a:rPr lang="en-US" sz="1900" dirty="0" err="1"/>
              <a:t>Espressif</a:t>
            </a:r>
            <a:r>
              <a:rPr lang="en-US" sz="1900" dirty="0"/>
              <a:t> Systems. </a:t>
            </a:r>
            <a:endParaRPr lang="en-US" sz="19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/>
              <a:t>Designed </a:t>
            </a:r>
            <a:r>
              <a:rPr lang="en-US" sz="1900" dirty="0"/>
              <a:t>for mobile devices, wearable electronics and Internet of Things (</a:t>
            </a:r>
            <a:r>
              <a:rPr lang="en-US" sz="1900" dirty="0" err="1"/>
              <a:t>IoT</a:t>
            </a:r>
            <a:r>
              <a:rPr lang="en-US" sz="1900" dirty="0"/>
              <a:t>) </a:t>
            </a:r>
            <a:r>
              <a:rPr lang="en-US" sz="1900" dirty="0" smtClean="0"/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Wireless Connectivity</a:t>
            </a:r>
            <a:r>
              <a:rPr lang="en-US" sz="1900" dirty="0" smtClean="0"/>
              <a:t>: </a:t>
            </a:r>
            <a:r>
              <a:rPr lang="en-US" sz="1900" dirty="0"/>
              <a:t>Wi-Fi and </a:t>
            </a:r>
            <a:r>
              <a:rPr lang="en-US" sz="1900" dirty="0" smtClean="0"/>
              <a:t>Bluetooth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 smtClean="0"/>
              <a:t>Processor speed </a:t>
            </a:r>
            <a:r>
              <a:rPr lang="en-US" sz="1900" dirty="0" smtClean="0"/>
              <a:t>: 240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 smtClean="0"/>
              <a:t>Memory</a:t>
            </a:r>
            <a:r>
              <a:rPr lang="en-US" sz="1900" dirty="0" smtClean="0"/>
              <a:t>: 520 KiB SRAM and 448 KiB ROM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 	    Supports external flash and PSRAM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Clocks and timers: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 Internal oscillators (8 MHz and RC) with calibration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 External crystal oscillator : 2 MHz ~ 60 (40 MHz only for Wi-Fi/Bluetooth functionality) and 32 kHz for RTC with calibration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 smtClean="0"/>
          </a:p>
        </p:txBody>
      </p:sp>
    </p:spTree>
    <p:extLst>
      <p:ext uri="{BB962C8B-B14F-4D97-AF65-F5344CB8AC3E}">
        <p14:creationId xmlns:p14="http://schemas.microsoft.com/office/powerpoint/2010/main" val="829012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COMPONENTS: </a:t>
            </a:r>
            <a:r>
              <a:rPr lang="en-US" sz="3200" dirty="0" smtClean="0"/>
              <a:t>POWER MANAGEMENT</a:t>
            </a:r>
            <a:r>
              <a:rPr lang="en-US" sz="3200" dirty="0" smtClean="0"/>
              <a:t>		</a:t>
            </a:r>
            <a:endParaRPr lang="en-US" sz="32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319920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7" t="16517" r="2531" b="11786"/>
          <a:stretch/>
        </p:blipFill>
        <p:spPr>
          <a:xfrm>
            <a:off x="8350903" y="3597231"/>
            <a:ext cx="2290230" cy="19472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t="16703" r="12355" b="15515"/>
          <a:stretch/>
        </p:blipFill>
        <p:spPr>
          <a:xfrm>
            <a:off x="1422400" y="3597231"/>
            <a:ext cx="2161826" cy="194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62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COMPONENTS: </a:t>
            </a:r>
            <a:r>
              <a:rPr lang="en-US" sz="3200" dirty="0" smtClean="0"/>
              <a:t>ADDITIONAL</a:t>
            </a:r>
            <a:r>
              <a:rPr lang="en-US" sz="3200" dirty="0" smtClean="0"/>
              <a:t>		</a:t>
            </a:r>
            <a:endParaRPr lang="en-US" sz="32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292402"/>
              </p:ext>
            </p:extLst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18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7" t="16517" r="2531" b="11786"/>
          <a:stretch/>
        </p:blipFill>
        <p:spPr>
          <a:xfrm>
            <a:off x="6402030" y="3624940"/>
            <a:ext cx="1863390" cy="1584369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128" y="3892795"/>
            <a:ext cx="2154382" cy="85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2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16*2 LCD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281" y="1680277"/>
            <a:ext cx="6296767" cy="3196524"/>
          </a:xfrm>
        </p:spPr>
      </p:pic>
      <p:sp>
        <p:nvSpPr>
          <p:cNvPr id="5" name="TextBox 4"/>
          <p:cNvSpPr txBox="1"/>
          <p:nvPr/>
        </p:nvSpPr>
        <p:spPr>
          <a:xfrm>
            <a:off x="2080260" y="5048071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an electronic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module which uses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crystal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produce a visible image.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LCD display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very basic module commonly used in DIYs(Do It Yourself) and circuits.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translates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characters per line in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lines. In this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 character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a 5×7 pixel matrix.</a:t>
            </a:r>
          </a:p>
        </p:txBody>
      </p:sp>
    </p:spTree>
    <p:extLst>
      <p:ext uri="{BB962C8B-B14F-4D97-AF65-F5344CB8AC3E}">
        <p14:creationId xmlns:p14="http://schemas.microsoft.com/office/powerpoint/2010/main" val="1937006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 [TMP36]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115" y="1965960"/>
            <a:ext cx="2082583" cy="2145691"/>
          </a:xfrm>
        </p:spPr>
      </p:pic>
      <p:sp>
        <p:nvSpPr>
          <p:cNvPr id="6" name="TextBox 5"/>
          <p:cNvSpPr txBox="1"/>
          <p:nvPr/>
        </p:nvSpPr>
        <p:spPr>
          <a:xfrm>
            <a:off x="1904284" y="4398881"/>
            <a:ext cx="7784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TMP36 is a low voltage, precision centigrade temperature sensor. It provides a voltage output that is linearly proportional to the Celsius temperature. It also doesn't require any external calibration to provide typical accuracies of 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1°C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+25°C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2°C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 the −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40°C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+125°C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temperature range.</a:t>
            </a:r>
          </a:p>
        </p:txBody>
      </p:sp>
    </p:spTree>
    <p:extLst>
      <p:ext uri="{BB962C8B-B14F-4D97-AF65-F5344CB8AC3E}">
        <p14:creationId xmlns:p14="http://schemas.microsoft.com/office/powerpoint/2010/main" val="1422706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16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Design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81" y="2057400"/>
            <a:ext cx="9541100" cy="4038600"/>
          </a:xfrm>
        </p:spPr>
      </p:pic>
    </p:spTree>
    <p:extLst>
      <p:ext uri="{BB962C8B-B14F-4D97-AF65-F5344CB8AC3E}">
        <p14:creationId xmlns:p14="http://schemas.microsoft.com/office/powerpoint/2010/main" val="371146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6463" y="1845924"/>
            <a:ext cx="91850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Device  gives the temperature of a certain medium by displaying it on the 16*2 LCD 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RGB LEDs light correspondingly to the temperature value.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000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23" y="2057400"/>
            <a:ext cx="9386416" cy="4038600"/>
          </a:xfrm>
        </p:spPr>
      </p:pic>
    </p:spTree>
    <p:extLst>
      <p:ext uri="{BB962C8B-B14F-4D97-AF65-F5344CB8AC3E}">
        <p14:creationId xmlns:p14="http://schemas.microsoft.com/office/powerpoint/2010/main" val="3055733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9137" y="2090172"/>
            <a:ext cx="91337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if</a:t>
            </a:r>
            <a:r>
              <a:rPr lang="en-US" sz="2400" dirty="0"/>
              <a:t>(temp&lt;-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15.82</a:t>
            </a:r>
            <a:r>
              <a:rPr lang="en-US" sz="2400" dirty="0"/>
              <a:t>)</a:t>
            </a:r>
          </a:p>
          <a:p>
            <a:r>
              <a:rPr lang="en-US" sz="2400" dirty="0"/>
              <a:t>  rgbcolor(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255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255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255</a:t>
            </a:r>
            <a:r>
              <a:rPr lang="en-US" sz="2400" dirty="0"/>
              <a:t>);//</a:t>
            </a:r>
            <a:r>
              <a:rPr lang="en-US" sz="2400" dirty="0">
                <a:solidFill>
                  <a:srgbClr val="FFC000"/>
                </a:solidFill>
              </a:rPr>
              <a:t>when the temperature is less than -15.82 the RGB LED lights pink</a:t>
            </a:r>
          </a:p>
          <a:p>
            <a:r>
              <a:rPr lang="en-US" sz="2400" dirty="0">
                <a:solidFill>
                  <a:srgbClr val="7030A0"/>
                </a:solidFill>
              </a:rPr>
              <a:t>else if</a:t>
            </a:r>
            <a:r>
              <a:rPr lang="en-US" sz="2400" dirty="0"/>
              <a:t>(temp&gt;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82.813</a:t>
            </a:r>
            <a:r>
              <a:rPr lang="en-US" sz="2400" dirty="0"/>
              <a:t>)</a:t>
            </a:r>
          </a:p>
          <a:p>
            <a:r>
              <a:rPr lang="en-US" sz="2400" dirty="0"/>
              <a:t>  rgbcolor(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255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0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0</a:t>
            </a:r>
            <a:r>
              <a:rPr lang="en-US" sz="2400" dirty="0"/>
              <a:t>);</a:t>
            </a:r>
            <a:r>
              <a:rPr lang="en-US" sz="2400" dirty="0">
                <a:solidFill>
                  <a:srgbClr val="FFC000"/>
                </a:solidFill>
              </a:rPr>
              <a:t>//when the temperature is above 82.813 the RGB LED lights red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5737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5092" y="2151727"/>
            <a:ext cx="850272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This device makes our life easier, safer and more practical by displaying not only the temperature as numerical value, but also a lightning color that corresponds to a specific temperature.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We learned how to apply engineering to create a prototype for a specific system.</a:t>
            </a:r>
          </a:p>
        </p:txBody>
      </p:sp>
    </p:spTree>
    <p:extLst>
      <p:ext uri="{BB962C8B-B14F-4D97-AF65-F5344CB8AC3E}">
        <p14:creationId xmlns:p14="http://schemas.microsoft.com/office/powerpoint/2010/main" val="3133834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Tinkercad</a:t>
            </a:r>
            <a:r>
              <a:rPr lang="en-US" dirty="0"/>
              <a:t> link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hlinkClick r:id="" action="ppaction://noaction"/>
            </a:endParaRPr>
          </a:p>
          <a:p>
            <a:endParaRPr lang="en-US" dirty="0">
              <a:hlinkClick r:id="" action="ppaction://noaction"/>
            </a:endParaRPr>
          </a:p>
          <a:p>
            <a:endParaRPr lang="en-US" dirty="0">
              <a:hlinkClick r:id="" action="ppaction://noaction"/>
            </a:endParaRPr>
          </a:p>
          <a:p>
            <a:endParaRPr lang="en-US" dirty="0">
              <a:hlinkClick r:id="" action="ppaction://noactio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73DC9-8D49-483A-8A19-11120CE2F85B}"/>
              </a:ext>
            </a:extLst>
          </p:cNvPr>
          <p:cNvSpPr txBox="1"/>
          <p:nvPr/>
        </p:nvSpPr>
        <p:spPr>
          <a:xfrm>
            <a:off x="1284270" y="2276580"/>
            <a:ext cx="8502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https://.....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2043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0" dirty="0" smtClean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b="0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 are ready to answer your questions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F60F-A777-4BE0-8763-099E87B4701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64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2317</TotalTime>
  <Words>794</Words>
  <Application>Microsoft Office PowerPoint</Application>
  <PresentationFormat>Widescreen</PresentationFormat>
  <Paragraphs>181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Corbel</vt:lpstr>
      <vt:lpstr>Courier New</vt:lpstr>
      <vt:lpstr>Tahoma</vt:lpstr>
      <vt:lpstr>Times New Roman</vt:lpstr>
      <vt:lpstr>Wingdings</vt:lpstr>
      <vt:lpstr>Basis</vt:lpstr>
      <vt:lpstr>Multi-functional Cane An assistive device for the visually impaired</vt:lpstr>
      <vt:lpstr>Outline</vt:lpstr>
      <vt:lpstr>Project Objective</vt:lpstr>
      <vt:lpstr>Problem : Challenges Faced by the Visually Impaired</vt:lpstr>
      <vt:lpstr>OUR MOTIVATION</vt:lpstr>
      <vt:lpstr>EXISTING SYSTEMS</vt:lpstr>
      <vt:lpstr>PROPOSED SOLUTION: MULTI-FUNCTIONAL CANE</vt:lpstr>
      <vt:lpstr>FUNCTIONALITY</vt:lpstr>
      <vt:lpstr>Required Components</vt:lpstr>
      <vt:lpstr>ARDUINO MEGA 2560 : OVERVIEW</vt:lpstr>
      <vt:lpstr>ESP32 : FEATURES</vt:lpstr>
      <vt:lpstr>Arduino UNO</vt:lpstr>
      <vt:lpstr>MAIN COMPONENTS  </vt:lpstr>
      <vt:lpstr>MAIN COMPONENTS  </vt:lpstr>
      <vt:lpstr>COMPONENTS: COMMUNICATION AND LOCATION MODULES  </vt:lpstr>
      <vt:lpstr>ESP32 : OVERVIEW</vt:lpstr>
      <vt:lpstr>COMPONENTS: POWER MANAGEMENT  </vt:lpstr>
      <vt:lpstr>COMPONENTS: ADDITIONAL  </vt:lpstr>
      <vt:lpstr>16*2 LCD</vt:lpstr>
      <vt:lpstr>Temperature Sensor [TMP36]</vt:lpstr>
      <vt:lpstr>PowerPoint Presentation</vt:lpstr>
      <vt:lpstr>PowerPoint Presentation</vt:lpstr>
      <vt:lpstr>Circuit Design</vt:lpstr>
      <vt:lpstr>Operation</vt:lpstr>
      <vt:lpstr>Implementation</vt:lpstr>
      <vt:lpstr>Code Sample</vt:lpstr>
      <vt:lpstr>Conclusion</vt:lpstr>
      <vt:lpstr>Tinkercad link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Farm System</dc:title>
  <dc:creator>sarah Al-haj</dc:creator>
  <cp:lastModifiedBy>Serena Haidar</cp:lastModifiedBy>
  <cp:revision>80</cp:revision>
  <dcterms:created xsi:type="dcterms:W3CDTF">2018-06-06T12:02:33Z</dcterms:created>
  <dcterms:modified xsi:type="dcterms:W3CDTF">2025-07-05T23:00:51Z</dcterms:modified>
</cp:coreProperties>
</file>